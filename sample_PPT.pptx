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65" r:id="rId8"/>
    <p:sldId id="266" r:id="rId9"/>
    <p:sldId id="267" r:id="rId10"/>
    <p:sldId id="258" r:id="rId11"/>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8" d="100"/>
          <a:sy n="78" d="100"/>
        </p:scale>
        <p:origin x="45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5DC5E6-4A77-7C66-8966-D4C3517727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39FBEE3F-6446-366E-7979-23FC000C300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237C1A3-5076-425A-A07B-01320E04D7CA}" type="datetimeFigureOut">
              <a:rPr lang="en-IN"/>
              <a:pPr>
                <a:defRPr/>
              </a:pPr>
              <a:t>16-03-2023</a:t>
            </a:fld>
            <a:endParaRPr lang="en-IN"/>
          </a:p>
        </p:txBody>
      </p:sp>
      <p:sp>
        <p:nvSpPr>
          <p:cNvPr id="4" name="Slide Image Placeholder 3">
            <a:extLst>
              <a:ext uri="{FF2B5EF4-FFF2-40B4-BE49-F238E27FC236}">
                <a16:creationId xmlns:a16="http://schemas.microsoft.com/office/drawing/2014/main" id="{98852133-B850-B963-BCB2-6DF0EAB93F1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F2F513B4-4BC6-B335-27D5-0F2EB5C7B260}"/>
              </a:ext>
            </a:extLst>
          </p:cNvPr>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prstTxWarp prst="textNoShape">
              <a:avLst/>
            </a:prstTxWarp>
          </a:bodyPr>
          <a:lstStyle/>
          <a:p>
            <a:pPr lvl="0"/>
            <a:r>
              <a:rPr lang="en-IN" altLang="en-US" noProof="0"/>
              <a:t>Click to edit Master text styles</a:t>
            </a:r>
          </a:p>
          <a:p>
            <a:pPr lvl="1"/>
            <a:r>
              <a:rPr lang="en-IN" altLang="en-US" noProof="0"/>
              <a:t>Second level</a:t>
            </a:r>
          </a:p>
          <a:p>
            <a:pPr lvl="2"/>
            <a:r>
              <a:rPr lang="en-IN" altLang="en-US" noProof="0"/>
              <a:t>Third level</a:t>
            </a:r>
          </a:p>
          <a:p>
            <a:pPr lvl="3"/>
            <a:r>
              <a:rPr lang="en-IN" altLang="en-US" noProof="0"/>
              <a:t>Fourth level</a:t>
            </a:r>
          </a:p>
          <a:p>
            <a:pPr lvl="4"/>
            <a:r>
              <a:rPr lang="en-IN" altLang="en-US" noProof="0"/>
              <a:t>Fifth level</a:t>
            </a:r>
          </a:p>
        </p:txBody>
      </p:sp>
      <p:sp>
        <p:nvSpPr>
          <p:cNvPr id="6" name="Footer Placeholder 5">
            <a:extLst>
              <a:ext uri="{FF2B5EF4-FFF2-40B4-BE49-F238E27FC236}">
                <a16:creationId xmlns:a16="http://schemas.microsoft.com/office/drawing/2014/main" id="{4B955E4B-5AF1-B0BF-421E-FBD8745161F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EBAB1C41-B812-CB28-159E-D0F0047CF4A0}"/>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541ECEF2-54D1-4B1D-B02D-45371ABE70CD}" type="slidenum">
              <a:rPr lang="en-IN"/>
              <a:pPr>
                <a:defRPr/>
              </a:pPr>
              <a:t>‹#›</a:t>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3BDE05B-C515-23E1-1C87-6483887EF358}"/>
              </a:ext>
            </a:extLst>
          </p:cNvPr>
          <p:cNvSpPr>
            <a:spLocks noGrp="1"/>
          </p:cNvSpPr>
          <p:nvPr>
            <p:ph type="dt" sz="half" idx="10"/>
          </p:nvPr>
        </p:nvSpPr>
        <p:spPr/>
        <p:txBody>
          <a:bodyPr/>
          <a:lstStyle>
            <a:lvl1pPr>
              <a:defRPr/>
            </a:lvl1pPr>
          </a:lstStyle>
          <a:p>
            <a:pPr>
              <a:defRPr/>
            </a:pPr>
            <a:fld id="{BEA04429-86E8-46AF-9FDB-978D8358EB55}" type="datetime1">
              <a:rPr lang="en-IN"/>
              <a:pPr>
                <a:defRPr/>
              </a:pPr>
              <a:t>16-03-2023</a:t>
            </a:fld>
            <a:endParaRPr lang="en-IN"/>
          </a:p>
        </p:txBody>
      </p:sp>
      <p:sp>
        <p:nvSpPr>
          <p:cNvPr id="5" name="Footer Placeholder 4">
            <a:extLst>
              <a:ext uri="{FF2B5EF4-FFF2-40B4-BE49-F238E27FC236}">
                <a16:creationId xmlns:a16="http://schemas.microsoft.com/office/drawing/2014/main" id="{0292877F-B4E4-BD86-2505-C07184556C19}"/>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01AF40FB-3328-0E65-71B2-EFDB5DED0055}"/>
              </a:ext>
            </a:extLst>
          </p:cNvPr>
          <p:cNvSpPr>
            <a:spLocks noGrp="1"/>
          </p:cNvSpPr>
          <p:nvPr>
            <p:ph type="sldNum" sz="quarter" idx="12"/>
          </p:nvPr>
        </p:nvSpPr>
        <p:spPr/>
        <p:txBody>
          <a:bodyPr/>
          <a:lstStyle>
            <a:lvl1pPr>
              <a:defRPr/>
            </a:lvl1pPr>
          </a:lstStyle>
          <a:p>
            <a:pPr>
              <a:defRPr/>
            </a:pPr>
            <a:fld id="{B6E396E2-347B-43EC-BF02-626F096E0544}" type="slidenum">
              <a:rPr lang="en-IN"/>
              <a:pPr>
                <a:defRPr/>
              </a:pPr>
              <a:t>‹#›</a:t>
            </a:fld>
            <a:endParaRPr lang="en-IN"/>
          </a:p>
        </p:txBody>
      </p:sp>
    </p:spTree>
    <p:extLst>
      <p:ext uri="{BB962C8B-B14F-4D97-AF65-F5344CB8AC3E}">
        <p14:creationId xmlns:p14="http://schemas.microsoft.com/office/powerpoint/2010/main" val="3277006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B3302F-B425-7CB6-F81B-45054596BC29}"/>
              </a:ext>
            </a:extLst>
          </p:cNvPr>
          <p:cNvSpPr>
            <a:spLocks noGrp="1"/>
          </p:cNvSpPr>
          <p:nvPr>
            <p:ph type="dt" sz="half" idx="10"/>
          </p:nvPr>
        </p:nvSpPr>
        <p:spPr/>
        <p:txBody>
          <a:bodyPr/>
          <a:lstStyle>
            <a:lvl1pPr>
              <a:defRPr/>
            </a:lvl1pPr>
          </a:lstStyle>
          <a:p>
            <a:pPr>
              <a:defRPr/>
            </a:pPr>
            <a:fld id="{451E4F4C-150A-4DC7-A26E-0C6C9678BA6D}" type="datetime1">
              <a:rPr lang="en-IN"/>
              <a:pPr>
                <a:defRPr/>
              </a:pPr>
              <a:t>16-03-2023</a:t>
            </a:fld>
            <a:endParaRPr lang="en-IN"/>
          </a:p>
        </p:txBody>
      </p:sp>
      <p:sp>
        <p:nvSpPr>
          <p:cNvPr id="5" name="Footer Placeholder 4">
            <a:extLst>
              <a:ext uri="{FF2B5EF4-FFF2-40B4-BE49-F238E27FC236}">
                <a16:creationId xmlns:a16="http://schemas.microsoft.com/office/drawing/2014/main" id="{A3ABF93A-8788-E148-B6C7-1B52026C9BB8}"/>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8F075919-FBB8-FF45-2999-DD527DEE9816}"/>
              </a:ext>
            </a:extLst>
          </p:cNvPr>
          <p:cNvSpPr>
            <a:spLocks noGrp="1"/>
          </p:cNvSpPr>
          <p:nvPr>
            <p:ph type="sldNum" sz="quarter" idx="12"/>
          </p:nvPr>
        </p:nvSpPr>
        <p:spPr/>
        <p:txBody>
          <a:bodyPr/>
          <a:lstStyle>
            <a:lvl1pPr>
              <a:defRPr/>
            </a:lvl1pPr>
          </a:lstStyle>
          <a:p>
            <a:pPr>
              <a:defRPr/>
            </a:pPr>
            <a:fld id="{73141184-EE45-498D-8C7E-5F01F4DD9770}" type="slidenum">
              <a:rPr lang="en-IN"/>
              <a:pPr>
                <a:defRPr/>
              </a:pPr>
              <a:t>‹#›</a:t>
            </a:fld>
            <a:endParaRPr lang="en-IN"/>
          </a:p>
        </p:txBody>
      </p:sp>
    </p:spTree>
    <p:extLst>
      <p:ext uri="{BB962C8B-B14F-4D97-AF65-F5344CB8AC3E}">
        <p14:creationId xmlns:p14="http://schemas.microsoft.com/office/powerpoint/2010/main" val="2743740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B2050-A00B-73BB-ABAE-0DD6A37C0DD9}"/>
              </a:ext>
            </a:extLst>
          </p:cNvPr>
          <p:cNvSpPr>
            <a:spLocks noGrp="1"/>
          </p:cNvSpPr>
          <p:nvPr>
            <p:ph type="dt" sz="half" idx="10"/>
          </p:nvPr>
        </p:nvSpPr>
        <p:spPr/>
        <p:txBody>
          <a:bodyPr/>
          <a:lstStyle>
            <a:lvl1pPr>
              <a:defRPr/>
            </a:lvl1pPr>
          </a:lstStyle>
          <a:p>
            <a:pPr>
              <a:defRPr/>
            </a:pPr>
            <a:fld id="{69B3BE7F-9D9F-4423-9BD7-1C8C041FA90F}" type="datetime1">
              <a:rPr lang="en-IN"/>
              <a:pPr>
                <a:defRPr/>
              </a:pPr>
              <a:t>16-03-2023</a:t>
            </a:fld>
            <a:endParaRPr lang="en-IN"/>
          </a:p>
        </p:txBody>
      </p:sp>
      <p:sp>
        <p:nvSpPr>
          <p:cNvPr id="5" name="Footer Placeholder 4">
            <a:extLst>
              <a:ext uri="{FF2B5EF4-FFF2-40B4-BE49-F238E27FC236}">
                <a16:creationId xmlns:a16="http://schemas.microsoft.com/office/drawing/2014/main" id="{71E8053A-6282-1BFE-B71F-3E3F7A339370}"/>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C5B35B7E-1539-7757-F401-4BD9C6E54F62}"/>
              </a:ext>
            </a:extLst>
          </p:cNvPr>
          <p:cNvSpPr>
            <a:spLocks noGrp="1"/>
          </p:cNvSpPr>
          <p:nvPr>
            <p:ph type="sldNum" sz="quarter" idx="12"/>
          </p:nvPr>
        </p:nvSpPr>
        <p:spPr/>
        <p:txBody>
          <a:bodyPr/>
          <a:lstStyle>
            <a:lvl1pPr>
              <a:defRPr/>
            </a:lvl1pPr>
          </a:lstStyle>
          <a:p>
            <a:pPr>
              <a:defRPr/>
            </a:pPr>
            <a:fld id="{599C383E-4B4E-484D-AE64-BE14BA963AE1}" type="slidenum">
              <a:rPr lang="en-IN"/>
              <a:pPr>
                <a:defRPr/>
              </a:pPr>
              <a:t>‹#›</a:t>
            </a:fld>
            <a:endParaRPr lang="en-IN"/>
          </a:p>
        </p:txBody>
      </p:sp>
    </p:spTree>
    <p:extLst>
      <p:ext uri="{BB962C8B-B14F-4D97-AF65-F5344CB8AC3E}">
        <p14:creationId xmlns:p14="http://schemas.microsoft.com/office/powerpoint/2010/main" val="1841511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5B95FD02-4FA5-E503-64C0-E4840F04F6DC}"/>
              </a:ext>
            </a:extLst>
          </p:cNvPr>
          <p:cNvSpPr>
            <a:spLocks noGrp="1"/>
          </p:cNvSpPr>
          <p:nvPr>
            <p:ph type="dt" sz="half" idx="10"/>
          </p:nvPr>
        </p:nvSpPr>
        <p:spPr/>
        <p:txBody>
          <a:bodyPr/>
          <a:lstStyle>
            <a:lvl1pPr>
              <a:defRPr/>
            </a:lvl1pPr>
          </a:lstStyle>
          <a:p>
            <a:pPr>
              <a:defRPr/>
            </a:pPr>
            <a:fld id="{33D26949-D86C-4F41-9B62-668BD82E8AC8}" type="datetime1">
              <a:rPr lang="en-IN"/>
              <a:pPr>
                <a:defRPr/>
              </a:pPr>
              <a:t>16-03-2023</a:t>
            </a:fld>
            <a:endParaRPr lang="en-IN"/>
          </a:p>
        </p:txBody>
      </p:sp>
      <p:sp>
        <p:nvSpPr>
          <p:cNvPr id="6" name="Footer Placeholder 4">
            <a:extLst>
              <a:ext uri="{FF2B5EF4-FFF2-40B4-BE49-F238E27FC236}">
                <a16:creationId xmlns:a16="http://schemas.microsoft.com/office/drawing/2014/main" id="{52080401-CF85-373E-8C95-DA0253F3AD52}"/>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F1AE38F0-9CA0-3A9C-C710-42DCCFEFD54E}"/>
              </a:ext>
            </a:extLst>
          </p:cNvPr>
          <p:cNvSpPr>
            <a:spLocks noGrp="1"/>
          </p:cNvSpPr>
          <p:nvPr>
            <p:ph type="sldNum" sz="quarter" idx="12"/>
          </p:nvPr>
        </p:nvSpPr>
        <p:spPr/>
        <p:txBody>
          <a:bodyPr/>
          <a:lstStyle>
            <a:lvl1pPr>
              <a:defRPr/>
            </a:lvl1pPr>
          </a:lstStyle>
          <a:p>
            <a:pPr>
              <a:defRPr/>
            </a:pPr>
            <a:fld id="{58CEC098-3F3B-4229-BFAF-B413B6EC9D17}" type="slidenum">
              <a:rPr lang="en-IN"/>
              <a:pPr>
                <a:defRPr/>
              </a:pPr>
              <a:t>‹#›</a:t>
            </a:fld>
            <a:endParaRPr lang="en-IN"/>
          </a:p>
        </p:txBody>
      </p:sp>
    </p:spTree>
    <p:extLst>
      <p:ext uri="{BB962C8B-B14F-4D97-AF65-F5344CB8AC3E}">
        <p14:creationId xmlns:p14="http://schemas.microsoft.com/office/powerpoint/2010/main" val="3581924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54BD76A7-62BA-C122-EB6F-DDBD14CD2175}"/>
              </a:ext>
            </a:extLst>
          </p:cNvPr>
          <p:cNvSpPr>
            <a:spLocks noGrp="1"/>
          </p:cNvSpPr>
          <p:nvPr>
            <p:ph type="dt" sz="half" idx="10"/>
          </p:nvPr>
        </p:nvSpPr>
        <p:spPr/>
        <p:txBody>
          <a:bodyPr/>
          <a:lstStyle>
            <a:lvl1pPr>
              <a:defRPr/>
            </a:lvl1pPr>
          </a:lstStyle>
          <a:p>
            <a:pPr>
              <a:defRPr/>
            </a:pPr>
            <a:fld id="{1A45625E-7D22-4C00-BFBD-5B10698E5733}" type="datetime1">
              <a:rPr lang="en-IN"/>
              <a:pPr>
                <a:defRPr/>
              </a:pPr>
              <a:t>16-03-2023</a:t>
            </a:fld>
            <a:endParaRPr lang="en-IN"/>
          </a:p>
        </p:txBody>
      </p:sp>
      <p:sp>
        <p:nvSpPr>
          <p:cNvPr id="8" name="Footer Placeholder 4">
            <a:extLst>
              <a:ext uri="{FF2B5EF4-FFF2-40B4-BE49-F238E27FC236}">
                <a16:creationId xmlns:a16="http://schemas.microsoft.com/office/drawing/2014/main" id="{24A39B46-57FA-9201-73DD-0D077175E697}"/>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483B7AE7-6C1B-FAFF-CA36-D34E84F7A78B}"/>
              </a:ext>
            </a:extLst>
          </p:cNvPr>
          <p:cNvSpPr>
            <a:spLocks noGrp="1"/>
          </p:cNvSpPr>
          <p:nvPr>
            <p:ph type="sldNum" sz="quarter" idx="12"/>
          </p:nvPr>
        </p:nvSpPr>
        <p:spPr/>
        <p:txBody>
          <a:bodyPr/>
          <a:lstStyle>
            <a:lvl1pPr>
              <a:defRPr/>
            </a:lvl1pPr>
          </a:lstStyle>
          <a:p>
            <a:pPr>
              <a:defRPr/>
            </a:pPr>
            <a:fld id="{DF80C97D-D1FB-424B-8645-BEA93186BFE0}" type="slidenum">
              <a:rPr lang="en-IN"/>
              <a:pPr>
                <a:defRPr/>
              </a:pPr>
              <a:t>‹#›</a:t>
            </a:fld>
            <a:endParaRPr lang="en-IN"/>
          </a:p>
        </p:txBody>
      </p:sp>
    </p:spTree>
    <p:extLst>
      <p:ext uri="{BB962C8B-B14F-4D97-AF65-F5344CB8AC3E}">
        <p14:creationId xmlns:p14="http://schemas.microsoft.com/office/powerpoint/2010/main" val="28324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F0545EA4-38DB-31BB-212A-A7BD416A201B}"/>
              </a:ext>
            </a:extLst>
          </p:cNvPr>
          <p:cNvSpPr>
            <a:spLocks noGrp="1"/>
          </p:cNvSpPr>
          <p:nvPr>
            <p:ph type="dt" sz="half" idx="10"/>
          </p:nvPr>
        </p:nvSpPr>
        <p:spPr/>
        <p:txBody>
          <a:bodyPr/>
          <a:lstStyle>
            <a:lvl1pPr>
              <a:defRPr/>
            </a:lvl1pPr>
          </a:lstStyle>
          <a:p>
            <a:pPr>
              <a:defRPr/>
            </a:pPr>
            <a:fld id="{19F38E00-2205-4314-8115-5297E14AF950}" type="datetime1">
              <a:rPr lang="en-IN"/>
              <a:pPr>
                <a:defRPr/>
              </a:pPr>
              <a:t>16-03-2023</a:t>
            </a:fld>
            <a:endParaRPr lang="en-IN"/>
          </a:p>
        </p:txBody>
      </p:sp>
      <p:sp>
        <p:nvSpPr>
          <p:cNvPr id="4" name="Footer Placeholder 4">
            <a:extLst>
              <a:ext uri="{FF2B5EF4-FFF2-40B4-BE49-F238E27FC236}">
                <a16:creationId xmlns:a16="http://schemas.microsoft.com/office/drawing/2014/main" id="{8906AFD0-D8A7-B3ED-2768-A80F173FFD20}"/>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FB8FA426-CF89-4DE2-F969-2F34F3BDE61A}"/>
              </a:ext>
            </a:extLst>
          </p:cNvPr>
          <p:cNvSpPr>
            <a:spLocks noGrp="1"/>
          </p:cNvSpPr>
          <p:nvPr>
            <p:ph type="sldNum" sz="quarter" idx="12"/>
          </p:nvPr>
        </p:nvSpPr>
        <p:spPr/>
        <p:txBody>
          <a:bodyPr/>
          <a:lstStyle>
            <a:lvl1pPr>
              <a:defRPr/>
            </a:lvl1pPr>
          </a:lstStyle>
          <a:p>
            <a:pPr>
              <a:defRPr/>
            </a:pPr>
            <a:fld id="{28AE4441-4146-47FB-BFA8-3F1CB3CE46F8}" type="slidenum">
              <a:rPr lang="en-IN"/>
              <a:pPr>
                <a:defRPr/>
              </a:pPr>
              <a:t>‹#›</a:t>
            </a:fld>
            <a:endParaRPr lang="en-IN"/>
          </a:p>
        </p:txBody>
      </p:sp>
    </p:spTree>
    <p:extLst>
      <p:ext uri="{BB962C8B-B14F-4D97-AF65-F5344CB8AC3E}">
        <p14:creationId xmlns:p14="http://schemas.microsoft.com/office/powerpoint/2010/main" val="4099231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413C4CB-DD90-7C40-EB6C-B92CE2BBEEB9}"/>
              </a:ext>
            </a:extLst>
          </p:cNvPr>
          <p:cNvSpPr>
            <a:spLocks noGrp="1"/>
          </p:cNvSpPr>
          <p:nvPr>
            <p:ph type="dt" sz="half" idx="10"/>
          </p:nvPr>
        </p:nvSpPr>
        <p:spPr/>
        <p:txBody>
          <a:bodyPr/>
          <a:lstStyle>
            <a:lvl1pPr>
              <a:defRPr/>
            </a:lvl1pPr>
          </a:lstStyle>
          <a:p>
            <a:pPr>
              <a:defRPr/>
            </a:pPr>
            <a:fld id="{9D3E3279-C87D-457F-8D51-876F6764EDFB}" type="datetime1">
              <a:rPr lang="en-IN"/>
              <a:pPr>
                <a:defRPr/>
              </a:pPr>
              <a:t>16-03-2023</a:t>
            </a:fld>
            <a:endParaRPr lang="en-IN"/>
          </a:p>
        </p:txBody>
      </p:sp>
      <p:sp>
        <p:nvSpPr>
          <p:cNvPr id="3" name="Footer Placeholder 4">
            <a:extLst>
              <a:ext uri="{FF2B5EF4-FFF2-40B4-BE49-F238E27FC236}">
                <a16:creationId xmlns:a16="http://schemas.microsoft.com/office/drawing/2014/main" id="{A3EBECA7-E237-BCB6-675D-CDFF81EE4605}"/>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4CC98512-4F01-45CB-3E5E-85DA9C18AEA9}"/>
              </a:ext>
            </a:extLst>
          </p:cNvPr>
          <p:cNvSpPr>
            <a:spLocks noGrp="1"/>
          </p:cNvSpPr>
          <p:nvPr>
            <p:ph type="sldNum" sz="quarter" idx="12"/>
          </p:nvPr>
        </p:nvSpPr>
        <p:spPr/>
        <p:txBody>
          <a:bodyPr/>
          <a:lstStyle>
            <a:lvl1pPr>
              <a:defRPr/>
            </a:lvl1pPr>
          </a:lstStyle>
          <a:p>
            <a:pPr>
              <a:defRPr/>
            </a:pPr>
            <a:fld id="{524DF2D2-7860-4746-9DC1-3101F84BD2C1}" type="slidenum">
              <a:rPr lang="en-IN"/>
              <a:pPr>
                <a:defRPr/>
              </a:pPr>
              <a:t>‹#›</a:t>
            </a:fld>
            <a:endParaRPr lang="en-IN"/>
          </a:p>
        </p:txBody>
      </p:sp>
    </p:spTree>
    <p:extLst>
      <p:ext uri="{BB962C8B-B14F-4D97-AF65-F5344CB8AC3E}">
        <p14:creationId xmlns:p14="http://schemas.microsoft.com/office/powerpoint/2010/main" val="3482576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1CC4426A-2A52-ACFA-D9A3-BB778BB73E87}"/>
              </a:ext>
            </a:extLst>
          </p:cNvPr>
          <p:cNvSpPr>
            <a:spLocks noGrp="1"/>
          </p:cNvSpPr>
          <p:nvPr>
            <p:ph type="dt" sz="half" idx="10"/>
          </p:nvPr>
        </p:nvSpPr>
        <p:spPr/>
        <p:txBody>
          <a:bodyPr/>
          <a:lstStyle>
            <a:lvl1pPr>
              <a:defRPr/>
            </a:lvl1pPr>
          </a:lstStyle>
          <a:p>
            <a:pPr>
              <a:defRPr/>
            </a:pPr>
            <a:fld id="{52CBDBC9-0818-4C41-B8F7-A29FBCAEB35C}" type="datetime1">
              <a:rPr lang="en-IN"/>
              <a:pPr>
                <a:defRPr/>
              </a:pPr>
              <a:t>16-03-2023</a:t>
            </a:fld>
            <a:endParaRPr lang="en-IN"/>
          </a:p>
        </p:txBody>
      </p:sp>
      <p:sp>
        <p:nvSpPr>
          <p:cNvPr id="6" name="Footer Placeholder 4">
            <a:extLst>
              <a:ext uri="{FF2B5EF4-FFF2-40B4-BE49-F238E27FC236}">
                <a16:creationId xmlns:a16="http://schemas.microsoft.com/office/drawing/2014/main" id="{2D696C48-2FB2-4997-9B31-32AF4CDEB02A}"/>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06A31A3C-3898-0E8D-EE0E-18B195232C1B}"/>
              </a:ext>
            </a:extLst>
          </p:cNvPr>
          <p:cNvSpPr>
            <a:spLocks noGrp="1"/>
          </p:cNvSpPr>
          <p:nvPr>
            <p:ph type="sldNum" sz="quarter" idx="12"/>
          </p:nvPr>
        </p:nvSpPr>
        <p:spPr/>
        <p:txBody>
          <a:bodyPr/>
          <a:lstStyle>
            <a:lvl1pPr>
              <a:defRPr/>
            </a:lvl1pPr>
          </a:lstStyle>
          <a:p>
            <a:pPr>
              <a:defRPr/>
            </a:pPr>
            <a:fld id="{8D6B762F-E2F3-4C68-A2A4-04EFB97CB318}" type="slidenum">
              <a:rPr lang="en-IN"/>
              <a:pPr>
                <a:defRPr/>
              </a:pPr>
              <a:t>‹#›</a:t>
            </a:fld>
            <a:endParaRPr lang="en-IN"/>
          </a:p>
        </p:txBody>
      </p:sp>
    </p:spTree>
    <p:extLst>
      <p:ext uri="{BB962C8B-B14F-4D97-AF65-F5344CB8AC3E}">
        <p14:creationId xmlns:p14="http://schemas.microsoft.com/office/powerpoint/2010/main" val="1338454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C507E42F-5C4D-ABEF-BC77-4224BF7B1B72}"/>
              </a:ext>
            </a:extLst>
          </p:cNvPr>
          <p:cNvSpPr>
            <a:spLocks noGrp="1"/>
          </p:cNvSpPr>
          <p:nvPr>
            <p:ph type="dt" sz="half" idx="10"/>
          </p:nvPr>
        </p:nvSpPr>
        <p:spPr/>
        <p:txBody>
          <a:bodyPr/>
          <a:lstStyle>
            <a:lvl1pPr>
              <a:defRPr/>
            </a:lvl1pPr>
          </a:lstStyle>
          <a:p>
            <a:pPr>
              <a:defRPr/>
            </a:pPr>
            <a:fld id="{E53022FA-F3B9-403D-8483-DFE827033924}" type="datetime1">
              <a:rPr lang="en-IN"/>
              <a:pPr>
                <a:defRPr/>
              </a:pPr>
              <a:t>16-03-2023</a:t>
            </a:fld>
            <a:endParaRPr lang="en-IN"/>
          </a:p>
        </p:txBody>
      </p:sp>
      <p:sp>
        <p:nvSpPr>
          <p:cNvPr id="6" name="Footer Placeholder 4">
            <a:extLst>
              <a:ext uri="{FF2B5EF4-FFF2-40B4-BE49-F238E27FC236}">
                <a16:creationId xmlns:a16="http://schemas.microsoft.com/office/drawing/2014/main" id="{11161629-9FEE-7C8D-013D-016AF80EDBCB}"/>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3240C405-9101-2DC5-B5B8-0530B09E29E6}"/>
              </a:ext>
            </a:extLst>
          </p:cNvPr>
          <p:cNvSpPr>
            <a:spLocks noGrp="1"/>
          </p:cNvSpPr>
          <p:nvPr>
            <p:ph type="sldNum" sz="quarter" idx="12"/>
          </p:nvPr>
        </p:nvSpPr>
        <p:spPr/>
        <p:txBody>
          <a:bodyPr/>
          <a:lstStyle>
            <a:lvl1pPr>
              <a:defRPr/>
            </a:lvl1pPr>
          </a:lstStyle>
          <a:p>
            <a:pPr>
              <a:defRPr/>
            </a:pPr>
            <a:fld id="{DCDDAFE2-7DB5-48CE-9C3D-5BE01023B61B}" type="slidenum">
              <a:rPr lang="en-IN"/>
              <a:pPr>
                <a:defRPr/>
              </a:pPr>
              <a:t>‹#›</a:t>
            </a:fld>
            <a:endParaRPr lang="en-IN"/>
          </a:p>
        </p:txBody>
      </p:sp>
    </p:spTree>
    <p:extLst>
      <p:ext uri="{BB962C8B-B14F-4D97-AF65-F5344CB8AC3E}">
        <p14:creationId xmlns:p14="http://schemas.microsoft.com/office/powerpoint/2010/main" val="2038926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CABA2D-E101-D4F4-86FC-449EB938279C}"/>
              </a:ext>
            </a:extLst>
          </p:cNvPr>
          <p:cNvSpPr>
            <a:spLocks noGrp="1"/>
          </p:cNvSpPr>
          <p:nvPr>
            <p:ph type="dt" sz="half" idx="10"/>
          </p:nvPr>
        </p:nvSpPr>
        <p:spPr/>
        <p:txBody>
          <a:bodyPr/>
          <a:lstStyle>
            <a:lvl1pPr>
              <a:defRPr/>
            </a:lvl1pPr>
          </a:lstStyle>
          <a:p>
            <a:pPr>
              <a:defRPr/>
            </a:pPr>
            <a:fld id="{978F30BB-ED0B-48FA-833D-0D448AAD7C58}" type="datetime1">
              <a:rPr lang="en-IN"/>
              <a:pPr>
                <a:defRPr/>
              </a:pPr>
              <a:t>16-03-2023</a:t>
            </a:fld>
            <a:endParaRPr lang="en-IN"/>
          </a:p>
        </p:txBody>
      </p:sp>
      <p:sp>
        <p:nvSpPr>
          <p:cNvPr id="5" name="Footer Placeholder 4">
            <a:extLst>
              <a:ext uri="{FF2B5EF4-FFF2-40B4-BE49-F238E27FC236}">
                <a16:creationId xmlns:a16="http://schemas.microsoft.com/office/drawing/2014/main" id="{FA3735EC-9F7C-027F-3077-96F258AE45F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C057F94B-8DCE-3334-6C47-7A176A75687A}"/>
              </a:ext>
            </a:extLst>
          </p:cNvPr>
          <p:cNvSpPr>
            <a:spLocks noGrp="1"/>
          </p:cNvSpPr>
          <p:nvPr>
            <p:ph type="sldNum" sz="quarter" idx="12"/>
          </p:nvPr>
        </p:nvSpPr>
        <p:spPr/>
        <p:txBody>
          <a:bodyPr/>
          <a:lstStyle>
            <a:lvl1pPr>
              <a:defRPr/>
            </a:lvl1pPr>
          </a:lstStyle>
          <a:p>
            <a:pPr>
              <a:defRPr/>
            </a:pPr>
            <a:fld id="{9628F9BD-FE7C-46D6-ABA6-DE5F7B068885}" type="slidenum">
              <a:rPr lang="en-IN"/>
              <a:pPr>
                <a:defRPr/>
              </a:pPr>
              <a:t>‹#›</a:t>
            </a:fld>
            <a:endParaRPr lang="en-IN"/>
          </a:p>
        </p:txBody>
      </p:sp>
    </p:spTree>
    <p:extLst>
      <p:ext uri="{BB962C8B-B14F-4D97-AF65-F5344CB8AC3E}">
        <p14:creationId xmlns:p14="http://schemas.microsoft.com/office/powerpoint/2010/main" val="3171099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87E430-7A1A-92C2-F07F-67A5AE364918}"/>
              </a:ext>
            </a:extLst>
          </p:cNvPr>
          <p:cNvSpPr>
            <a:spLocks noGrp="1"/>
          </p:cNvSpPr>
          <p:nvPr>
            <p:ph type="dt" sz="half" idx="10"/>
          </p:nvPr>
        </p:nvSpPr>
        <p:spPr/>
        <p:txBody>
          <a:bodyPr/>
          <a:lstStyle>
            <a:lvl1pPr>
              <a:defRPr/>
            </a:lvl1pPr>
          </a:lstStyle>
          <a:p>
            <a:pPr>
              <a:defRPr/>
            </a:pPr>
            <a:fld id="{F54F3786-6EB8-49BF-9750-4D4DB11EC4C9}" type="datetime1">
              <a:rPr lang="en-IN"/>
              <a:pPr>
                <a:defRPr/>
              </a:pPr>
              <a:t>16-03-2023</a:t>
            </a:fld>
            <a:endParaRPr lang="en-IN"/>
          </a:p>
        </p:txBody>
      </p:sp>
      <p:sp>
        <p:nvSpPr>
          <p:cNvPr id="5" name="Footer Placeholder 4">
            <a:extLst>
              <a:ext uri="{FF2B5EF4-FFF2-40B4-BE49-F238E27FC236}">
                <a16:creationId xmlns:a16="http://schemas.microsoft.com/office/drawing/2014/main" id="{9FCB56A1-3064-BB81-511F-75B564F5D6B7}"/>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43710D94-0E89-9C53-DAE4-26C380B3B365}"/>
              </a:ext>
            </a:extLst>
          </p:cNvPr>
          <p:cNvSpPr>
            <a:spLocks noGrp="1"/>
          </p:cNvSpPr>
          <p:nvPr>
            <p:ph type="sldNum" sz="quarter" idx="12"/>
          </p:nvPr>
        </p:nvSpPr>
        <p:spPr/>
        <p:txBody>
          <a:bodyPr/>
          <a:lstStyle>
            <a:lvl1pPr>
              <a:defRPr/>
            </a:lvl1pPr>
          </a:lstStyle>
          <a:p>
            <a:pPr>
              <a:defRPr/>
            </a:pPr>
            <a:fld id="{4ABF282C-AC0D-4F54-8ACD-858DB5D39BE1}" type="slidenum">
              <a:rPr lang="en-IN"/>
              <a:pPr>
                <a:defRPr/>
              </a:pPr>
              <a:t>‹#›</a:t>
            </a:fld>
            <a:endParaRPr lang="en-IN"/>
          </a:p>
        </p:txBody>
      </p:sp>
    </p:spTree>
    <p:extLst>
      <p:ext uri="{BB962C8B-B14F-4D97-AF65-F5344CB8AC3E}">
        <p14:creationId xmlns:p14="http://schemas.microsoft.com/office/powerpoint/2010/main" val="3263696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1D15498-E5B9-54B4-CD71-4A147E69526A}"/>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D645262D-BFE6-EE98-E0CE-7D2CE14FA6E8}"/>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34600620-1CF7-8251-F2B9-3BC807545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25014F7B-7BD9-44DC-BCA1-5EAA1E1232F2}" type="datetime1">
              <a:rPr lang="en-IN"/>
              <a:pPr>
                <a:defRPr/>
              </a:pPr>
              <a:t>16-03-2023</a:t>
            </a:fld>
            <a:endParaRPr lang="en-IN"/>
          </a:p>
        </p:txBody>
      </p:sp>
      <p:sp>
        <p:nvSpPr>
          <p:cNvPr id="5" name="Footer Placeholder 4">
            <a:extLst>
              <a:ext uri="{FF2B5EF4-FFF2-40B4-BE49-F238E27FC236}">
                <a16:creationId xmlns:a16="http://schemas.microsoft.com/office/drawing/2014/main" id="{31D8F50F-60B2-C5E5-9295-FD6C9E71F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1A1024EC-2C09-83A7-A2D8-AFC6EE787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148A908E-BF5B-49DC-A984-CA00F528A6E9}"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BA488521-3FCE-DF42-3273-49304D393711}"/>
              </a:ext>
            </a:extLst>
          </p:cNvPr>
          <p:cNvSpPr>
            <a:spLocks noGrp="1" noChangeArrowheads="1"/>
          </p:cNvSpPr>
          <p:nvPr>
            <p:ph type="ctrTitle"/>
          </p:nvPr>
        </p:nvSpPr>
        <p:spPr>
          <a:xfrm>
            <a:off x="1524000" y="1860550"/>
            <a:ext cx="9144000" cy="2387600"/>
          </a:xfrm>
        </p:spPr>
        <p:txBody>
          <a:bodyPr/>
          <a:lstStyle/>
          <a:p>
            <a:pPr eaLnBrk="1" hangingPunct="1"/>
            <a:r>
              <a:rPr lang="en-IN" altLang="en-US"/>
              <a:t>&lt;ADD PROJECT TITLE HERE&gt;</a:t>
            </a:r>
          </a:p>
        </p:txBody>
      </p:sp>
      <p:graphicFrame>
        <p:nvGraphicFramePr>
          <p:cNvPr id="4" name="Table 4">
            <a:extLst>
              <a:ext uri="{FF2B5EF4-FFF2-40B4-BE49-F238E27FC236}">
                <a16:creationId xmlns:a16="http://schemas.microsoft.com/office/drawing/2014/main" id="{6EF3B844-FB19-795C-3CC7-AB4479F90F41}"/>
              </a:ext>
            </a:extLst>
          </p:cNvPr>
          <p:cNvGraphicFramePr>
            <a:graphicFrameLocks noGrp="1"/>
          </p:cNvGraphicFramePr>
          <p:nvPr/>
        </p:nvGraphicFramePr>
        <p:xfrm>
          <a:off x="3278188" y="4454525"/>
          <a:ext cx="5635625" cy="1854200"/>
        </p:xfrm>
        <a:graphic>
          <a:graphicData uri="http://schemas.openxmlformats.org/drawingml/2006/table">
            <a:tbl>
              <a:tblPr firstRow="1" bandRow="1">
                <a:tableStyleId>{2D5ABB26-0587-4C30-8999-92F81FD0307C}</a:tableStyleId>
              </a:tblPr>
              <a:tblGrid>
                <a:gridCol w="1566841">
                  <a:extLst>
                    <a:ext uri="{9D8B030D-6E8A-4147-A177-3AD203B41FA5}">
                      <a16:colId xmlns:a16="http://schemas.microsoft.com/office/drawing/2014/main" val="20000"/>
                    </a:ext>
                  </a:extLst>
                </a:gridCol>
                <a:gridCol w="4068784">
                  <a:extLst>
                    <a:ext uri="{9D8B030D-6E8A-4147-A177-3AD203B41FA5}">
                      <a16:colId xmlns:a16="http://schemas.microsoft.com/office/drawing/2014/main" val="20001"/>
                    </a:ext>
                  </a:extLst>
                </a:gridCol>
              </a:tblGrid>
              <a:tr h="370840">
                <a:tc>
                  <a:txBody>
                    <a:bodyPr/>
                    <a:lstStyle/>
                    <a:p>
                      <a:r>
                        <a:rPr lang="en-IN" dirty="0"/>
                        <a:t>&lt;ROLL NO.&gt;</a:t>
                      </a:r>
                    </a:p>
                  </a:txBody>
                  <a:tcPr marL="91415" marR="91415"/>
                </a:tc>
                <a:tc>
                  <a:txBody>
                    <a:bodyPr/>
                    <a:lstStyle/>
                    <a:p>
                      <a:r>
                        <a:rPr lang="en-IN" dirty="0"/>
                        <a:t>&lt;FULL NAME IN BLOCK LETTERS&gt;</a:t>
                      </a:r>
                    </a:p>
                  </a:txBody>
                  <a:tcPr marL="91415" marR="91415"/>
                </a:tc>
                <a:extLst>
                  <a:ext uri="{0D108BD9-81ED-4DB2-BD59-A6C34878D82A}">
                    <a16:rowId xmlns:a16="http://schemas.microsoft.com/office/drawing/2014/main" val="10000"/>
                  </a:ext>
                </a:extLst>
              </a:tr>
              <a:tr h="370840">
                <a:tc>
                  <a:txBody>
                    <a:bodyPr/>
                    <a:lstStyle/>
                    <a:p>
                      <a:r>
                        <a:rPr lang="en-IN" dirty="0"/>
                        <a:t>&lt;ROLL NO.&gt;</a:t>
                      </a:r>
                    </a:p>
                  </a:txBody>
                  <a:tcPr marL="91415" marR="91415"/>
                </a:tc>
                <a:tc>
                  <a:txBody>
                    <a:bodyPr/>
                    <a:lstStyle/>
                    <a:p>
                      <a:r>
                        <a:rPr lang="en-IN" dirty="0"/>
                        <a:t>&lt;FULL NAME IN BLOCK LETTERS&gt;</a:t>
                      </a:r>
                    </a:p>
                  </a:txBody>
                  <a:tcPr marL="91415" marR="91415"/>
                </a:tc>
                <a:extLst>
                  <a:ext uri="{0D108BD9-81ED-4DB2-BD59-A6C34878D82A}">
                    <a16:rowId xmlns:a16="http://schemas.microsoft.com/office/drawing/2014/main" val="10001"/>
                  </a:ext>
                </a:extLst>
              </a:tr>
              <a:tr h="370840">
                <a:tc>
                  <a:txBody>
                    <a:bodyPr/>
                    <a:lstStyle/>
                    <a:p>
                      <a:r>
                        <a:rPr lang="en-IN" dirty="0"/>
                        <a:t>&lt;ROLL NO.&gt;</a:t>
                      </a:r>
                    </a:p>
                  </a:txBody>
                  <a:tcPr marL="91415" marR="91415"/>
                </a:tc>
                <a:tc>
                  <a:txBody>
                    <a:bodyPr/>
                    <a:lstStyle/>
                    <a:p>
                      <a:r>
                        <a:rPr lang="en-IN" dirty="0"/>
                        <a:t>&lt;FULL NAME IN BLOCK LETTERS&gt;</a:t>
                      </a:r>
                    </a:p>
                  </a:txBody>
                  <a:tcPr marL="91415" marR="91415"/>
                </a:tc>
                <a:extLst>
                  <a:ext uri="{0D108BD9-81ED-4DB2-BD59-A6C34878D82A}">
                    <a16:rowId xmlns:a16="http://schemas.microsoft.com/office/drawing/2014/main" val="10002"/>
                  </a:ext>
                </a:extLst>
              </a:tr>
              <a:tr h="370840">
                <a:tc>
                  <a:txBody>
                    <a:bodyPr/>
                    <a:lstStyle/>
                    <a:p>
                      <a:r>
                        <a:rPr lang="en-IN" dirty="0"/>
                        <a:t>&lt;ROLL NO.&gt;</a:t>
                      </a:r>
                    </a:p>
                  </a:txBody>
                  <a:tcPr marL="91415" marR="91415"/>
                </a:tc>
                <a:tc>
                  <a:txBody>
                    <a:bodyPr/>
                    <a:lstStyle/>
                    <a:p>
                      <a:r>
                        <a:rPr lang="en-IN" dirty="0"/>
                        <a:t>&lt;FULL NAME IN BLOCK LETTERS&gt;</a:t>
                      </a:r>
                    </a:p>
                  </a:txBody>
                  <a:tcPr marL="91415" marR="91415"/>
                </a:tc>
                <a:extLst>
                  <a:ext uri="{0D108BD9-81ED-4DB2-BD59-A6C34878D82A}">
                    <a16:rowId xmlns:a16="http://schemas.microsoft.com/office/drawing/2014/main" val="10003"/>
                  </a:ext>
                </a:extLst>
              </a:tr>
              <a:tr h="370840">
                <a:tc>
                  <a:txBody>
                    <a:bodyPr/>
                    <a:lstStyle/>
                    <a:p>
                      <a:endParaRPr lang="en-IN"/>
                    </a:p>
                  </a:txBody>
                  <a:tcPr marL="91415" marR="91415"/>
                </a:tc>
                <a:tc>
                  <a:txBody>
                    <a:bodyPr/>
                    <a:lstStyle/>
                    <a:p>
                      <a:endParaRPr lang="en-IN" dirty="0"/>
                    </a:p>
                  </a:txBody>
                  <a:tcPr marL="91415" marR="91415"/>
                </a:tc>
                <a:extLst>
                  <a:ext uri="{0D108BD9-81ED-4DB2-BD59-A6C34878D82A}">
                    <a16:rowId xmlns:a16="http://schemas.microsoft.com/office/drawing/2014/main" val="10004"/>
                  </a:ext>
                </a:extLst>
              </a:tr>
            </a:tbl>
          </a:graphicData>
        </a:graphic>
      </p:graphicFrame>
      <p:pic>
        <p:nvPicPr>
          <p:cNvPr id="3086" name="Picture 2">
            <a:extLst>
              <a:ext uri="{FF2B5EF4-FFF2-40B4-BE49-F238E27FC236}">
                <a16:creationId xmlns:a16="http://schemas.microsoft.com/office/drawing/2014/main" id="{A6CAE901-217F-373D-C817-D75DD7FFA0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54625" y="177800"/>
            <a:ext cx="1682750"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7" name="Subtitle 2">
            <a:extLst>
              <a:ext uri="{FF2B5EF4-FFF2-40B4-BE49-F238E27FC236}">
                <a16:creationId xmlns:a16="http://schemas.microsoft.com/office/drawing/2014/main" id="{9F70CAF2-78DB-B046-9E71-917A80D683AF}"/>
              </a:ext>
            </a:extLst>
          </p:cNvPr>
          <p:cNvSpPr txBox="1">
            <a:spLocks/>
          </p:cNvSpPr>
          <p:nvPr/>
        </p:nvSpPr>
        <p:spPr bwMode="auto">
          <a:xfrm>
            <a:off x="1524000" y="6308725"/>
            <a:ext cx="8696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en-US" altLang="en-US" sz="1200" b="1">
                <a:solidFill>
                  <a:srgbClr val="000000"/>
                </a:solidFill>
              </a:rPr>
              <a:t>Mid Term Review</a:t>
            </a:r>
          </a:p>
          <a:p>
            <a:pPr algn="ctr" eaLnBrk="1" hangingPunct="1">
              <a:lnSpc>
                <a:spcPct val="100000"/>
              </a:lnSpc>
              <a:spcBef>
                <a:spcPct val="0"/>
              </a:spcBef>
              <a:buFont typeface="Arial" panose="020B0604020202020204" pitchFamily="34" charset="0"/>
              <a:buNone/>
            </a:pPr>
            <a:r>
              <a:rPr lang="en-US" altLang="en-US" sz="1200" b="1">
                <a:solidFill>
                  <a:srgbClr val="000000"/>
                </a:solidFill>
              </a:rPr>
              <a:t> EEEEC23 B. Tech Project - II</a:t>
            </a:r>
            <a:endParaRPr lang="en-IN" altLang="en-US" sz="12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BEF30718-2444-E323-E731-4A0888D883CC}"/>
              </a:ext>
            </a:extLst>
          </p:cNvPr>
          <p:cNvSpPr>
            <a:spLocks noGrp="1" noChangeArrowheads="1"/>
          </p:cNvSpPr>
          <p:nvPr>
            <p:ph type="title"/>
          </p:nvPr>
        </p:nvSpPr>
        <p:spPr/>
        <p:txBody>
          <a:bodyPr/>
          <a:lstStyle/>
          <a:p>
            <a:pPr algn="ctr" eaLnBrk="1" hangingPunct="1"/>
            <a:r>
              <a:rPr lang="en-IN" altLang="en-US" b="1"/>
              <a:t>Contents</a:t>
            </a:r>
          </a:p>
        </p:txBody>
      </p:sp>
      <p:sp>
        <p:nvSpPr>
          <p:cNvPr id="4099" name="Content Placeholder 2">
            <a:extLst>
              <a:ext uri="{FF2B5EF4-FFF2-40B4-BE49-F238E27FC236}">
                <a16:creationId xmlns:a16="http://schemas.microsoft.com/office/drawing/2014/main" id="{34E822B3-0CFD-C904-DCC4-13D915620FAB}"/>
              </a:ext>
            </a:extLst>
          </p:cNvPr>
          <p:cNvSpPr>
            <a:spLocks noGrp="1" noChangeArrowheads="1"/>
          </p:cNvSpPr>
          <p:nvPr>
            <p:ph idx="1"/>
          </p:nvPr>
        </p:nvSpPr>
        <p:spPr>
          <a:xfrm>
            <a:off x="649288" y="1489075"/>
            <a:ext cx="10898187" cy="5232400"/>
          </a:xfrm>
        </p:spPr>
        <p:txBody>
          <a:bodyPr/>
          <a:lstStyle/>
          <a:p>
            <a:pPr eaLnBrk="1" hangingPunct="1"/>
            <a:r>
              <a:rPr lang="en-IN" altLang="en-US" dirty="0"/>
              <a:t>Introduction</a:t>
            </a:r>
          </a:p>
          <a:p>
            <a:pPr eaLnBrk="1" hangingPunct="1"/>
            <a:r>
              <a:rPr lang="en-IN" altLang="en-US" dirty="0"/>
              <a:t>Literature Survey</a:t>
            </a:r>
          </a:p>
          <a:p>
            <a:pPr eaLnBrk="1" hangingPunct="1"/>
            <a:r>
              <a:rPr lang="en-IN" altLang="en-US" dirty="0"/>
              <a:t>Gaps Identified</a:t>
            </a:r>
          </a:p>
          <a:p>
            <a:pPr eaLnBrk="1" hangingPunct="1"/>
            <a:r>
              <a:rPr lang="en-IN" altLang="en-US" dirty="0"/>
              <a:t>Aims/Objectives of the Project</a:t>
            </a:r>
          </a:p>
          <a:p>
            <a:pPr eaLnBrk="1" hangingPunct="1"/>
            <a:r>
              <a:rPr lang="en-IN" altLang="en-US" dirty="0"/>
              <a:t>Problem Statement/Formulation/equation (if any/optional)</a:t>
            </a:r>
          </a:p>
          <a:p>
            <a:pPr eaLnBrk="1" hangingPunct="1"/>
            <a:r>
              <a:rPr lang="en-IN" altLang="en-US" dirty="0"/>
              <a:t>Solution Methodology adopted/to be adopted (if any/optional)</a:t>
            </a:r>
          </a:p>
          <a:p>
            <a:pPr eaLnBrk="1" hangingPunct="1"/>
            <a:r>
              <a:rPr lang="en-IN" altLang="en-US" dirty="0"/>
              <a:t>Results (if any/optional)</a:t>
            </a:r>
          </a:p>
          <a:p>
            <a:pPr eaLnBrk="1" hangingPunct="1"/>
            <a:r>
              <a:rPr lang="en-IN" altLang="en-US" dirty="0"/>
              <a:t>Future work to be done</a:t>
            </a:r>
          </a:p>
          <a:p>
            <a:pPr eaLnBrk="1" hangingPunct="1"/>
            <a:r>
              <a:rPr lang="en-IN" altLang="en-US" dirty="0"/>
              <a:t>Expected Outputs/Outcomes of the work </a:t>
            </a:r>
          </a:p>
          <a:p>
            <a:pPr eaLnBrk="1" hangingPunct="1"/>
            <a:r>
              <a:rPr lang="en-IN" altLang="en-US" dirty="0"/>
              <a:t>References</a:t>
            </a:r>
          </a:p>
          <a:p>
            <a:pPr eaLnBrk="1" hangingPunct="1"/>
            <a:endParaRPr lang="en-IN" altLang="en-US" dirty="0"/>
          </a:p>
        </p:txBody>
      </p:sp>
      <p:sp>
        <p:nvSpPr>
          <p:cNvPr id="4" name="Slide Number Placeholder 3">
            <a:extLst>
              <a:ext uri="{FF2B5EF4-FFF2-40B4-BE49-F238E27FC236}">
                <a16:creationId xmlns:a16="http://schemas.microsoft.com/office/drawing/2014/main" id="{5CE363AE-5DDD-6C82-CF7C-C481A1859FB0}"/>
              </a:ext>
            </a:extLst>
          </p:cNvPr>
          <p:cNvSpPr>
            <a:spLocks noGrp="1"/>
          </p:cNvSpPr>
          <p:nvPr>
            <p:ph type="sldNum" sz="quarter" idx="12"/>
          </p:nvPr>
        </p:nvSpPr>
        <p:spPr/>
        <p:txBody>
          <a:bodyPr/>
          <a:lstStyle/>
          <a:p>
            <a:pPr>
              <a:defRPr/>
            </a:pPr>
            <a:fld id="{A4E626FC-14EA-4C00-BA83-0C2F4D38D660}" type="slidenum">
              <a:rPr lang="en-IN"/>
              <a:pPr>
                <a:defRPr/>
              </a:pPr>
              <a:t>2</a:t>
            </a:fld>
            <a:endParaRPr lang="en-IN"/>
          </a:p>
        </p:txBody>
      </p:sp>
      <p:pic>
        <p:nvPicPr>
          <p:cNvPr id="4101" name="Picture 2">
            <a:extLst>
              <a:ext uri="{FF2B5EF4-FFF2-40B4-BE49-F238E27FC236}">
                <a16:creationId xmlns:a16="http://schemas.microsoft.com/office/drawing/2014/main" id="{D7B00CF6-8EF9-56CD-F1EF-7C87A801956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4EA250E-BE71-09E7-F779-04D4EA469F86}"/>
              </a:ext>
            </a:extLst>
          </p:cNvPr>
          <p:cNvSpPr>
            <a:spLocks noGrp="1" noChangeArrowheads="1"/>
          </p:cNvSpPr>
          <p:nvPr>
            <p:ph type="title"/>
          </p:nvPr>
        </p:nvSpPr>
        <p:spPr/>
        <p:txBody>
          <a:bodyPr/>
          <a:lstStyle/>
          <a:p>
            <a:pPr algn="ctr" eaLnBrk="1" hangingPunct="1"/>
            <a:r>
              <a:rPr lang="en-IN" altLang="en-US" b="1"/>
              <a:t>Introduction</a:t>
            </a:r>
          </a:p>
        </p:txBody>
      </p:sp>
      <p:sp>
        <p:nvSpPr>
          <p:cNvPr id="3" name="Content Placeholder 2">
            <a:extLst>
              <a:ext uri="{FF2B5EF4-FFF2-40B4-BE49-F238E27FC236}">
                <a16:creationId xmlns:a16="http://schemas.microsoft.com/office/drawing/2014/main" id="{BD35F8E3-A29D-DA24-453E-81565AE16E61}"/>
              </a:ext>
            </a:extLst>
          </p:cNvPr>
          <p:cNvSpPr>
            <a:spLocks noGrp="1"/>
          </p:cNvSpPr>
          <p:nvPr>
            <p:ph idx="1"/>
          </p:nvPr>
        </p:nvSpPr>
        <p:spPr>
          <a:xfrm>
            <a:off x="649288" y="1489075"/>
            <a:ext cx="10898187" cy="5003800"/>
          </a:xfrm>
        </p:spPr>
        <p:txBody>
          <a:bodyPr rtlCol="0">
            <a:normAutofit/>
          </a:bodyPr>
          <a:lstStyle/>
          <a:p>
            <a:pPr algn="just" eaLnBrk="1" fontAlgn="auto" hangingPunct="1">
              <a:spcAft>
                <a:spcPts val="0"/>
              </a:spcAft>
              <a:defRPr/>
            </a:pPr>
            <a:r>
              <a:rPr lang="en-IN" dirty="0"/>
              <a:t>Only </a:t>
            </a:r>
            <a:r>
              <a:rPr lang="en-IN" b="1" u="sng" dirty="0"/>
              <a:t>one slide </a:t>
            </a:r>
            <a:r>
              <a:rPr lang="en-IN" dirty="0"/>
              <a:t>depicting, through appropriate figures and tables (</a:t>
            </a:r>
            <a:r>
              <a:rPr lang="en-IN" b="1" dirty="0"/>
              <a:t>very less text</a:t>
            </a:r>
            <a:r>
              <a:rPr lang="en-IN" dirty="0"/>
              <a:t>), the motivation and background of the topic/project title. </a:t>
            </a:r>
          </a:p>
          <a:p>
            <a:pPr marL="0" indent="0" algn="just" eaLnBrk="1" fontAlgn="auto" hangingPunct="1">
              <a:spcAft>
                <a:spcPts val="0"/>
              </a:spcAft>
              <a:buFont typeface="Arial" panose="020B0604020202020204" pitchFamily="34" charset="0"/>
              <a:buNone/>
              <a:defRPr/>
            </a:pPr>
            <a:endParaRPr lang="en-IN" dirty="0"/>
          </a:p>
          <a:p>
            <a:pPr marL="0" indent="0" algn="just" eaLnBrk="1" fontAlgn="auto" hangingPunct="1">
              <a:spcAft>
                <a:spcPts val="0"/>
              </a:spcAft>
              <a:buFont typeface="Arial" panose="020B0604020202020204" pitchFamily="34" charset="0"/>
              <a:buNone/>
              <a:defRPr/>
            </a:pPr>
            <a:r>
              <a:rPr lang="en-IN" b="1" dirty="0"/>
              <a:t>Expectations</a:t>
            </a:r>
            <a:r>
              <a:rPr lang="en-IN" dirty="0"/>
              <a:t>: </a:t>
            </a:r>
          </a:p>
          <a:p>
            <a:pPr algn="just" eaLnBrk="1" fontAlgn="auto" hangingPunct="1">
              <a:spcAft>
                <a:spcPts val="0"/>
              </a:spcAft>
              <a:defRPr/>
            </a:pPr>
            <a:r>
              <a:rPr lang="en-IN" dirty="0"/>
              <a:t>Highlight the importance of the area of the study/project</a:t>
            </a:r>
          </a:p>
        </p:txBody>
      </p:sp>
      <p:sp>
        <p:nvSpPr>
          <p:cNvPr id="4" name="Slide Number Placeholder 3">
            <a:extLst>
              <a:ext uri="{FF2B5EF4-FFF2-40B4-BE49-F238E27FC236}">
                <a16:creationId xmlns:a16="http://schemas.microsoft.com/office/drawing/2014/main" id="{C378F181-538B-C5A4-B2BA-B2662CD41ADD}"/>
              </a:ext>
            </a:extLst>
          </p:cNvPr>
          <p:cNvSpPr>
            <a:spLocks noGrp="1"/>
          </p:cNvSpPr>
          <p:nvPr>
            <p:ph type="sldNum" sz="quarter" idx="12"/>
          </p:nvPr>
        </p:nvSpPr>
        <p:spPr/>
        <p:txBody>
          <a:bodyPr/>
          <a:lstStyle/>
          <a:p>
            <a:pPr>
              <a:defRPr/>
            </a:pPr>
            <a:fld id="{940A37E6-AD30-420D-9546-7FFF222CBED1}" type="slidenum">
              <a:rPr lang="en-IN"/>
              <a:pPr>
                <a:defRPr/>
              </a:pPr>
              <a:t>3</a:t>
            </a:fld>
            <a:endParaRPr lang="en-IN"/>
          </a:p>
        </p:txBody>
      </p:sp>
      <p:pic>
        <p:nvPicPr>
          <p:cNvPr id="5125" name="Picture 2">
            <a:extLst>
              <a:ext uri="{FF2B5EF4-FFF2-40B4-BE49-F238E27FC236}">
                <a16:creationId xmlns:a16="http://schemas.microsoft.com/office/drawing/2014/main" id="{A0022C09-5BFF-D2AF-1866-9FDF383FFA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9B96C46-37BD-65B7-87DF-38095ABB57F3}"/>
              </a:ext>
            </a:extLst>
          </p:cNvPr>
          <p:cNvSpPr>
            <a:spLocks noGrp="1" noChangeArrowheads="1"/>
          </p:cNvSpPr>
          <p:nvPr>
            <p:ph type="title"/>
          </p:nvPr>
        </p:nvSpPr>
        <p:spPr/>
        <p:txBody>
          <a:bodyPr/>
          <a:lstStyle/>
          <a:p>
            <a:pPr algn="ctr" eaLnBrk="1" hangingPunct="1"/>
            <a:r>
              <a:rPr lang="en-IN" altLang="en-US" b="1"/>
              <a:t>Literature Survey</a:t>
            </a:r>
          </a:p>
        </p:txBody>
      </p:sp>
      <p:sp>
        <p:nvSpPr>
          <p:cNvPr id="3" name="Content Placeholder 2">
            <a:extLst>
              <a:ext uri="{FF2B5EF4-FFF2-40B4-BE49-F238E27FC236}">
                <a16:creationId xmlns:a16="http://schemas.microsoft.com/office/drawing/2014/main" id="{6458CB6F-4FDA-6698-ED54-67A841C3C4A7}"/>
              </a:ext>
            </a:extLst>
          </p:cNvPr>
          <p:cNvSpPr>
            <a:spLocks noGrp="1"/>
          </p:cNvSpPr>
          <p:nvPr>
            <p:ph idx="1"/>
          </p:nvPr>
        </p:nvSpPr>
        <p:spPr>
          <a:xfrm>
            <a:off x="649288" y="1489075"/>
            <a:ext cx="10898187" cy="5003800"/>
          </a:xfrm>
        </p:spPr>
        <p:txBody>
          <a:bodyPr>
            <a:normAutofit/>
          </a:bodyPr>
          <a:lstStyle/>
          <a:p>
            <a:pPr algn="just" eaLnBrk="1" hangingPunct="1">
              <a:defRPr/>
            </a:pPr>
            <a:r>
              <a:rPr lang="en-IN" altLang="en-US" dirty="0"/>
              <a:t>Not more than </a:t>
            </a:r>
            <a:r>
              <a:rPr lang="en-IN" altLang="en-US" b="1" u="sng" dirty="0"/>
              <a:t>3-5 slides</a:t>
            </a:r>
            <a:r>
              <a:rPr lang="en-IN" altLang="en-US" dirty="0"/>
              <a:t>.</a:t>
            </a:r>
          </a:p>
          <a:p>
            <a:pPr algn="just" eaLnBrk="1" hangingPunct="1">
              <a:defRPr/>
            </a:pPr>
            <a:r>
              <a:rPr lang="en-IN" altLang="en-US" dirty="0"/>
              <a:t>As you have established the significance of your project area, </a:t>
            </a:r>
            <a:r>
              <a:rPr lang="en-IN" altLang="en-US" b="1" dirty="0"/>
              <a:t>Literature Survey’s </a:t>
            </a:r>
            <a:r>
              <a:rPr lang="en-IN" altLang="en-US" dirty="0"/>
              <a:t>motives are: </a:t>
            </a:r>
          </a:p>
          <a:p>
            <a:pPr marL="354013" indent="-354013" algn="just" eaLnBrk="1" hangingPunct="1">
              <a:buFont typeface="Calibri Light" panose="020F0302020204030204" pitchFamily="34" charset="0"/>
              <a:buAutoNum type="arabicParenR"/>
              <a:defRPr/>
            </a:pPr>
            <a:r>
              <a:rPr lang="en-IN" altLang="en-US" dirty="0"/>
              <a:t>provide an overview of the relevant and updated literature (preferably through research papers and relevant reports).</a:t>
            </a:r>
          </a:p>
          <a:p>
            <a:pPr marL="354013" indent="-354013" algn="just" eaLnBrk="1" hangingPunct="1">
              <a:buFont typeface="Calibri Light" panose="020F0302020204030204" pitchFamily="34" charset="0"/>
              <a:buAutoNum type="arabicParenR"/>
              <a:defRPr/>
            </a:pPr>
            <a:r>
              <a:rPr lang="en-IN" altLang="en-US" dirty="0"/>
              <a:t>to establish a context for the study using the literature.</a:t>
            </a:r>
          </a:p>
          <a:p>
            <a:pPr marL="354013" indent="-354013" algn="just" eaLnBrk="1" hangingPunct="1">
              <a:buFont typeface="Calibri Light" panose="020F0302020204030204" pitchFamily="34" charset="0"/>
              <a:buAutoNum type="arabicParenR"/>
              <a:defRPr/>
            </a:pPr>
            <a:r>
              <a:rPr lang="en-IN" altLang="en-US" dirty="0"/>
              <a:t>identify knowledge/research gaps.</a:t>
            </a:r>
          </a:p>
          <a:p>
            <a:pPr algn="just" eaLnBrk="1" hangingPunct="1">
              <a:buFont typeface="Arial" panose="020B0604020202020204" pitchFamily="34" charset="0"/>
              <a:buNone/>
              <a:defRPr/>
            </a:pPr>
            <a:r>
              <a:rPr lang="en-IN" altLang="en-US" b="1" dirty="0"/>
              <a:t>Expectations</a:t>
            </a:r>
            <a:r>
              <a:rPr lang="en-IN" altLang="en-US" dirty="0"/>
              <a:t>:</a:t>
            </a:r>
          </a:p>
          <a:p>
            <a:pPr algn="just" eaLnBrk="1" hangingPunct="1">
              <a:defRPr/>
            </a:pPr>
            <a:r>
              <a:rPr lang="en-IN" altLang="en-US" dirty="0"/>
              <a:t>Summary of the existing research on the topic, including the main findings and conclusions (</a:t>
            </a:r>
            <a:r>
              <a:rPr lang="en-IN" altLang="en-US" i="1" dirty="0"/>
              <a:t>preferably through a table</a:t>
            </a:r>
            <a:r>
              <a:rPr lang="en-IN" altLang="en-US" dirty="0"/>
              <a:t>).</a:t>
            </a:r>
          </a:p>
          <a:p>
            <a:pPr algn="just" eaLnBrk="1" hangingPunct="1">
              <a:buFont typeface="Arial" panose="020B0604020202020204" pitchFamily="34" charset="0"/>
              <a:buAutoNum type="arabicParenBoth" startAt="3"/>
              <a:defRPr/>
            </a:pPr>
            <a:endParaRPr lang="en-IN" altLang="en-US" dirty="0"/>
          </a:p>
          <a:p>
            <a:pPr algn="just" eaLnBrk="1" hangingPunct="1">
              <a:buFont typeface="Arial" panose="020B0604020202020204" pitchFamily="34" charset="0"/>
              <a:buAutoNum type="arabicParenBoth" startAt="3"/>
              <a:defRPr/>
            </a:pPr>
            <a:endParaRPr lang="en-IN" altLang="en-US" dirty="0"/>
          </a:p>
        </p:txBody>
      </p:sp>
      <p:sp>
        <p:nvSpPr>
          <p:cNvPr id="4" name="Slide Number Placeholder 3">
            <a:extLst>
              <a:ext uri="{FF2B5EF4-FFF2-40B4-BE49-F238E27FC236}">
                <a16:creationId xmlns:a16="http://schemas.microsoft.com/office/drawing/2014/main" id="{080DE454-FC8D-FF57-443B-50DF8FFD655B}"/>
              </a:ext>
            </a:extLst>
          </p:cNvPr>
          <p:cNvSpPr>
            <a:spLocks noGrp="1"/>
          </p:cNvSpPr>
          <p:nvPr>
            <p:ph type="sldNum" sz="quarter" idx="12"/>
          </p:nvPr>
        </p:nvSpPr>
        <p:spPr/>
        <p:txBody>
          <a:bodyPr/>
          <a:lstStyle/>
          <a:p>
            <a:pPr>
              <a:defRPr/>
            </a:pPr>
            <a:fld id="{C2EE7F8D-BEB2-43FF-93D0-4824B744D7DA}" type="slidenum">
              <a:rPr lang="en-IN"/>
              <a:pPr>
                <a:defRPr/>
              </a:pPr>
              <a:t>4</a:t>
            </a:fld>
            <a:endParaRPr lang="en-IN"/>
          </a:p>
        </p:txBody>
      </p:sp>
      <p:pic>
        <p:nvPicPr>
          <p:cNvPr id="6149" name="Picture 2">
            <a:extLst>
              <a:ext uri="{FF2B5EF4-FFF2-40B4-BE49-F238E27FC236}">
                <a16:creationId xmlns:a16="http://schemas.microsoft.com/office/drawing/2014/main" id="{81BD1B78-4F0E-3309-9A84-9F39BD62903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947FFD8-7F07-A8B4-E5F2-CD52198E3881}"/>
              </a:ext>
            </a:extLst>
          </p:cNvPr>
          <p:cNvSpPr>
            <a:spLocks noGrp="1" noChangeArrowheads="1"/>
          </p:cNvSpPr>
          <p:nvPr>
            <p:ph type="title"/>
          </p:nvPr>
        </p:nvSpPr>
        <p:spPr/>
        <p:txBody>
          <a:bodyPr/>
          <a:lstStyle/>
          <a:p>
            <a:pPr algn="ctr" eaLnBrk="1" hangingPunct="1"/>
            <a:r>
              <a:rPr lang="en-IN" altLang="en-US" b="1"/>
              <a:t>Gaps Identified</a:t>
            </a:r>
          </a:p>
        </p:txBody>
      </p:sp>
      <p:sp>
        <p:nvSpPr>
          <p:cNvPr id="7171" name="Content Placeholder 2">
            <a:extLst>
              <a:ext uri="{FF2B5EF4-FFF2-40B4-BE49-F238E27FC236}">
                <a16:creationId xmlns:a16="http://schemas.microsoft.com/office/drawing/2014/main" id="{F050AF1E-B073-3B9C-C8CE-AA378F2A2957}"/>
              </a:ext>
            </a:extLst>
          </p:cNvPr>
          <p:cNvSpPr>
            <a:spLocks noGrp="1" noChangeArrowheads="1"/>
          </p:cNvSpPr>
          <p:nvPr>
            <p:ph idx="1"/>
          </p:nvPr>
        </p:nvSpPr>
        <p:spPr>
          <a:xfrm>
            <a:off x="649288" y="1489075"/>
            <a:ext cx="10898187" cy="2625725"/>
          </a:xfrm>
        </p:spPr>
        <p:txBody>
          <a:bodyPr/>
          <a:lstStyle/>
          <a:p>
            <a:pPr algn="just" eaLnBrk="1" hangingPunct="1"/>
            <a:r>
              <a:rPr lang="en-IN" altLang="en-US"/>
              <a:t>Not more than </a:t>
            </a:r>
            <a:r>
              <a:rPr lang="en-IN" altLang="en-US" b="1" u="sng"/>
              <a:t>1 slide</a:t>
            </a:r>
            <a:r>
              <a:rPr lang="en-IN" altLang="en-US"/>
              <a:t>.</a:t>
            </a:r>
          </a:p>
          <a:p>
            <a:pPr algn="just" eaLnBrk="1" hangingPunct="1"/>
            <a:endParaRPr lang="en-IN" altLang="en-US"/>
          </a:p>
          <a:p>
            <a:pPr algn="just" eaLnBrk="1" hangingPunct="1">
              <a:buFont typeface="Arial" panose="020B0604020202020204" pitchFamily="34" charset="0"/>
              <a:buNone/>
            </a:pPr>
            <a:r>
              <a:rPr lang="en-IN" altLang="en-US" b="1"/>
              <a:t>Expectations</a:t>
            </a:r>
            <a:r>
              <a:rPr lang="en-IN" altLang="en-US"/>
              <a:t>:</a:t>
            </a:r>
          </a:p>
          <a:p>
            <a:pPr algn="just" eaLnBrk="1" hangingPunct="1"/>
            <a:r>
              <a:rPr lang="en-IN" altLang="en-US"/>
              <a:t>A list or bullet points of the gaps or limitations in the existing research that have been identified by you. </a:t>
            </a:r>
          </a:p>
        </p:txBody>
      </p:sp>
      <p:sp>
        <p:nvSpPr>
          <p:cNvPr id="7172" name="TextBox 6">
            <a:extLst>
              <a:ext uri="{FF2B5EF4-FFF2-40B4-BE49-F238E27FC236}">
                <a16:creationId xmlns:a16="http://schemas.microsoft.com/office/drawing/2014/main" id="{AD424804-2205-A51D-AE65-481ADE8D60D7}"/>
              </a:ext>
            </a:extLst>
          </p:cNvPr>
          <p:cNvSpPr txBox="1">
            <a:spLocks noChangeArrowheads="1"/>
          </p:cNvSpPr>
          <p:nvPr/>
        </p:nvSpPr>
        <p:spPr bwMode="auto">
          <a:xfrm>
            <a:off x="1560513" y="4114800"/>
            <a:ext cx="90709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i="1"/>
              <a:t>It's important to note that the specific contents of a slide titled "Research Gaps Identified" will depend on the specific research project and the findings of the research team.</a:t>
            </a:r>
          </a:p>
        </p:txBody>
      </p:sp>
      <p:sp>
        <p:nvSpPr>
          <p:cNvPr id="8" name="Slide Number Placeholder 7">
            <a:extLst>
              <a:ext uri="{FF2B5EF4-FFF2-40B4-BE49-F238E27FC236}">
                <a16:creationId xmlns:a16="http://schemas.microsoft.com/office/drawing/2014/main" id="{A107B03C-DA19-F45D-6E35-EDBC6E9E11FE}"/>
              </a:ext>
            </a:extLst>
          </p:cNvPr>
          <p:cNvSpPr>
            <a:spLocks noGrp="1"/>
          </p:cNvSpPr>
          <p:nvPr>
            <p:ph type="sldNum" sz="quarter" idx="12"/>
          </p:nvPr>
        </p:nvSpPr>
        <p:spPr/>
        <p:txBody>
          <a:bodyPr/>
          <a:lstStyle/>
          <a:p>
            <a:pPr>
              <a:defRPr/>
            </a:pPr>
            <a:fld id="{410B9C3A-A24C-4F45-9FBB-96F588631024}" type="slidenum">
              <a:rPr lang="en-IN"/>
              <a:pPr>
                <a:defRPr/>
              </a:pPr>
              <a:t>5</a:t>
            </a:fld>
            <a:endParaRPr lang="en-IN"/>
          </a:p>
        </p:txBody>
      </p:sp>
      <p:pic>
        <p:nvPicPr>
          <p:cNvPr id="7174" name="Picture 2">
            <a:extLst>
              <a:ext uri="{FF2B5EF4-FFF2-40B4-BE49-F238E27FC236}">
                <a16:creationId xmlns:a16="http://schemas.microsoft.com/office/drawing/2014/main" id="{D5CE3982-6679-5BF8-FBAA-C1ACCDC4BD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5DD3060-0AD6-6187-DD23-54616D0ECE5B}"/>
              </a:ext>
            </a:extLst>
          </p:cNvPr>
          <p:cNvSpPr>
            <a:spLocks noGrp="1" noChangeArrowheads="1"/>
          </p:cNvSpPr>
          <p:nvPr>
            <p:ph type="title"/>
          </p:nvPr>
        </p:nvSpPr>
        <p:spPr/>
        <p:txBody>
          <a:bodyPr/>
          <a:lstStyle/>
          <a:p>
            <a:pPr algn="ctr" eaLnBrk="1" hangingPunct="1"/>
            <a:r>
              <a:rPr lang="en-IN" altLang="en-US" b="1" dirty="0"/>
              <a:t>Aims/Objectives of the Project</a:t>
            </a:r>
          </a:p>
        </p:txBody>
      </p:sp>
      <p:sp>
        <p:nvSpPr>
          <p:cNvPr id="3" name="Content Placeholder 2">
            <a:extLst>
              <a:ext uri="{FF2B5EF4-FFF2-40B4-BE49-F238E27FC236}">
                <a16:creationId xmlns:a16="http://schemas.microsoft.com/office/drawing/2014/main" id="{A77010FB-5908-1CDD-D639-39183FBA8EC5}"/>
              </a:ext>
            </a:extLst>
          </p:cNvPr>
          <p:cNvSpPr>
            <a:spLocks noGrp="1"/>
          </p:cNvSpPr>
          <p:nvPr>
            <p:ph idx="1"/>
          </p:nvPr>
        </p:nvSpPr>
        <p:spPr>
          <a:xfrm>
            <a:off x="649288" y="1489075"/>
            <a:ext cx="10898187" cy="5003800"/>
          </a:xfrm>
        </p:spPr>
        <p:txBody>
          <a:bodyPr rtlCol="0">
            <a:normAutofit/>
          </a:bodyPr>
          <a:lstStyle/>
          <a:p>
            <a:pPr algn="just" eaLnBrk="1" fontAlgn="auto" hangingPunct="1">
              <a:spcAft>
                <a:spcPts val="0"/>
              </a:spcAft>
              <a:defRPr/>
            </a:pPr>
            <a:r>
              <a:rPr lang="en-IN" dirty="0"/>
              <a:t>Only </a:t>
            </a:r>
            <a:r>
              <a:rPr lang="en-IN" b="1" u="sng" dirty="0"/>
              <a:t>one slide</a:t>
            </a:r>
            <a:r>
              <a:rPr lang="en-IN" dirty="0"/>
              <a:t>. </a:t>
            </a:r>
          </a:p>
          <a:p>
            <a:pPr marL="0" indent="0" algn="just" eaLnBrk="1" fontAlgn="auto" hangingPunct="1">
              <a:spcAft>
                <a:spcPts val="0"/>
              </a:spcAft>
              <a:buFont typeface="Arial" panose="020B0604020202020204" pitchFamily="34" charset="0"/>
              <a:buNone/>
              <a:defRPr/>
            </a:pPr>
            <a:endParaRPr lang="en-IN" dirty="0"/>
          </a:p>
          <a:p>
            <a:pPr marL="0" indent="0" algn="just" eaLnBrk="1" fontAlgn="auto" hangingPunct="1">
              <a:spcAft>
                <a:spcPts val="0"/>
              </a:spcAft>
              <a:buFont typeface="Arial" panose="020B0604020202020204" pitchFamily="34" charset="0"/>
              <a:buNone/>
              <a:defRPr/>
            </a:pPr>
            <a:r>
              <a:rPr lang="en-IN" b="1" dirty="0"/>
              <a:t>Expectations</a:t>
            </a:r>
            <a:r>
              <a:rPr lang="en-IN" dirty="0"/>
              <a:t>: </a:t>
            </a:r>
          </a:p>
          <a:p>
            <a:pPr algn="just" eaLnBrk="1" fontAlgn="auto" hangingPunct="1">
              <a:spcAft>
                <a:spcPts val="0"/>
              </a:spcAft>
              <a:defRPr/>
            </a:pPr>
            <a:r>
              <a:rPr lang="en-US" dirty="0"/>
              <a:t>A clear statement of the research problem: This should explain the problem that the project aims to address, and why it is important.</a:t>
            </a:r>
          </a:p>
          <a:p>
            <a:pPr algn="just" eaLnBrk="1" fontAlgn="auto" hangingPunct="1">
              <a:spcAft>
                <a:spcPts val="0"/>
              </a:spcAft>
              <a:defRPr/>
            </a:pPr>
            <a:r>
              <a:rPr lang="en-US" dirty="0"/>
              <a:t>Research objectives: These should outline the specific goals and aims of the research project. Each objective should be clear, concise, and measurable.</a:t>
            </a:r>
          </a:p>
          <a:p>
            <a:pPr marL="0" indent="0" algn="just" eaLnBrk="1" fontAlgn="auto" hangingPunct="1">
              <a:spcAft>
                <a:spcPts val="0"/>
              </a:spcAft>
              <a:buFont typeface="Arial" panose="020B0604020202020204" pitchFamily="34" charset="0"/>
              <a:buNone/>
              <a:defRPr/>
            </a:pPr>
            <a:endParaRPr lang="en-IN" dirty="0"/>
          </a:p>
        </p:txBody>
      </p:sp>
      <p:sp>
        <p:nvSpPr>
          <p:cNvPr id="4" name="Slide Number Placeholder 3">
            <a:extLst>
              <a:ext uri="{FF2B5EF4-FFF2-40B4-BE49-F238E27FC236}">
                <a16:creationId xmlns:a16="http://schemas.microsoft.com/office/drawing/2014/main" id="{C14D9B4C-5824-BD7A-97CB-C29A6648FCFE}"/>
              </a:ext>
            </a:extLst>
          </p:cNvPr>
          <p:cNvSpPr>
            <a:spLocks noGrp="1"/>
          </p:cNvSpPr>
          <p:nvPr>
            <p:ph type="sldNum" sz="quarter" idx="12"/>
          </p:nvPr>
        </p:nvSpPr>
        <p:spPr/>
        <p:txBody>
          <a:bodyPr/>
          <a:lstStyle/>
          <a:p>
            <a:pPr>
              <a:defRPr/>
            </a:pPr>
            <a:fld id="{24C57183-621C-40FD-B0A1-26A6056EE5D8}" type="slidenum">
              <a:rPr lang="en-IN"/>
              <a:pPr>
                <a:defRPr/>
              </a:pPr>
              <a:t>6</a:t>
            </a:fld>
            <a:endParaRPr lang="en-IN"/>
          </a:p>
        </p:txBody>
      </p:sp>
      <p:pic>
        <p:nvPicPr>
          <p:cNvPr id="8197" name="Picture 2">
            <a:extLst>
              <a:ext uri="{FF2B5EF4-FFF2-40B4-BE49-F238E27FC236}">
                <a16:creationId xmlns:a16="http://schemas.microsoft.com/office/drawing/2014/main" id="{9EA15BE1-B484-7984-ABD3-E13891E612A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TextBox 5">
            <a:extLst>
              <a:ext uri="{FF2B5EF4-FFF2-40B4-BE49-F238E27FC236}">
                <a16:creationId xmlns:a16="http://schemas.microsoft.com/office/drawing/2014/main" id="{C25B6ED9-FA86-2D87-E468-2A4596F64EBD}"/>
              </a:ext>
            </a:extLst>
          </p:cNvPr>
          <p:cNvSpPr txBox="1">
            <a:spLocks noChangeArrowheads="1"/>
          </p:cNvSpPr>
          <p:nvPr/>
        </p:nvSpPr>
        <p:spPr bwMode="auto">
          <a:xfrm>
            <a:off x="1485900" y="5213350"/>
            <a:ext cx="9220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2000" i="1"/>
              <a:t>You may also include </a:t>
            </a:r>
            <a:r>
              <a:rPr lang="en-IN" altLang="en-US" sz="2000" b="1" i="1"/>
              <a:t>Scope and limitations</a:t>
            </a:r>
            <a:r>
              <a:rPr lang="en-IN" altLang="en-US" sz="2000" i="1"/>
              <a:t>: This should explain the scope of the research project, including what will be included and excluded from the study. It should also outline any limitations that may affect the study's ability to achieve its objectives.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1366481F-9645-13A1-6BF7-3A3AF2E45948}"/>
              </a:ext>
            </a:extLst>
          </p:cNvPr>
          <p:cNvSpPr>
            <a:spLocks noGrp="1" noChangeArrowheads="1"/>
          </p:cNvSpPr>
          <p:nvPr>
            <p:ph type="title"/>
          </p:nvPr>
        </p:nvSpPr>
        <p:spPr/>
        <p:txBody>
          <a:bodyPr/>
          <a:lstStyle/>
          <a:p>
            <a:pPr algn="ctr" eaLnBrk="1" hangingPunct="1"/>
            <a:r>
              <a:rPr lang="en-IN" altLang="en-US" b="1" dirty="0"/>
              <a:t>Future work to be done</a:t>
            </a:r>
          </a:p>
        </p:txBody>
      </p:sp>
      <p:sp>
        <p:nvSpPr>
          <p:cNvPr id="3" name="Content Placeholder 2">
            <a:extLst>
              <a:ext uri="{FF2B5EF4-FFF2-40B4-BE49-F238E27FC236}">
                <a16:creationId xmlns:a16="http://schemas.microsoft.com/office/drawing/2014/main" id="{4031D2DA-6673-F8F3-6611-76CD5B9AA5B8}"/>
              </a:ext>
            </a:extLst>
          </p:cNvPr>
          <p:cNvSpPr>
            <a:spLocks noGrp="1"/>
          </p:cNvSpPr>
          <p:nvPr>
            <p:ph idx="1"/>
          </p:nvPr>
        </p:nvSpPr>
        <p:spPr>
          <a:xfrm>
            <a:off x="649288" y="1489075"/>
            <a:ext cx="10898187" cy="5232400"/>
          </a:xfrm>
        </p:spPr>
        <p:txBody>
          <a:bodyPr rtlCol="0">
            <a:normAutofit/>
          </a:bodyPr>
          <a:lstStyle/>
          <a:p>
            <a:pPr algn="just" eaLnBrk="1" fontAlgn="auto" hangingPunct="1">
              <a:spcAft>
                <a:spcPts val="0"/>
              </a:spcAft>
              <a:defRPr/>
            </a:pPr>
            <a:r>
              <a:rPr lang="en-IN" dirty="0"/>
              <a:t>Only </a:t>
            </a:r>
            <a:r>
              <a:rPr lang="en-IN" b="1" u="sng" dirty="0"/>
              <a:t>1-slide</a:t>
            </a:r>
          </a:p>
          <a:p>
            <a:pPr algn="just" eaLnBrk="1" fontAlgn="auto" hangingPunct="1">
              <a:spcAft>
                <a:spcPts val="0"/>
              </a:spcAft>
              <a:defRPr/>
            </a:pPr>
            <a:endParaRPr lang="en-IN" dirty="0"/>
          </a:p>
          <a:p>
            <a:pPr marL="0" indent="0" algn="just" eaLnBrk="1" fontAlgn="auto" hangingPunct="1">
              <a:spcAft>
                <a:spcPts val="0"/>
              </a:spcAft>
              <a:buFont typeface="Arial" panose="020B0604020202020204" pitchFamily="34" charset="0"/>
              <a:buNone/>
              <a:defRPr/>
            </a:pPr>
            <a:r>
              <a:rPr lang="en-IN" b="1" dirty="0"/>
              <a:t>Expectations</a:t>
            </a:r>
            <a:r>
              <a:rPr lang="en-IN" dirty="0"/>
              <a:t>:</a:t>
            </a:r>
          </a:p>
          <a:p>
            <a:pPr marL="514350" indent="-514350" algn="just" eaLnBrk="1" fontAlgn="auto" hangingPunct="1">
              <a:spcAft>
                <a:spcPts val="0"/>
              </a:spcAft>
              <a:buFont typeface="+mj-lt"/>
              <a:buAutoNum type="arabicParenR"/>
              <a:defRPr/>
            </a:pPr>
            <a:r>
              <a:rPr lang="en-IN" dirty="0"/>
              <a:t>Problem formulation/Remaining Study</a:t>
            </a:r>
          </a:p>
          <a:p>
            <a:pPr marL="514350" indent="-514350" algn="just" eaLnBrk="1" fontAlgn="auto" hangingPunct="1">
              <a:spcAft>
                <a:spcPts val="0"/>
              </a:spcAft>
              <a:buFont typeface="+mj-lt"/>
              <a:buAutoNum type="arabicParenR"/>
              <a:defRPr/>
            </a:pPr>
            <a:r>
              <a:rPr lang="en-IN" dirty="0"/>
              <a:t>Methodology to be adopted</a:t>
            </a:r>
          </a:p>
          <a:p>
            <a:pPr marL="514350" indent="-514350" algn="just" eaLnBrk="1" fontAlgn="auto" hangingPunct="1">
              <a:spcAft>
                <a:spcPts val="0"/>
              </a:spcAft>
              <a:buFont typeface="+mj-lt"/>
              <a:buAutoNum type="arabicParenR"/>
              <a:defRPr/>
            </a:pPr>
            <a:r>
              <a:rPr lang="en-IN" dirty="0"/>
              <a:t>Technique/approach to be used </a:t>
            </a:r>
          </a:p>
          <a:p>
            <a:pPr marL="514350" indent="-514350" algn="just" eaLnBrk="1" fontAlgn="auto" hangingPunct="1">
              <a:spcAft>
                <a:spcPts val="0"/>
              </a:spcAft>
              <a:buFont typeface="+mj-lt"/>
              <a:buAutoNum type="arabicParenR"/>
              <a:defRPr/>
            </a:pPr>
            <a:r>
              <a:rPr lang="en-IN" dirty="0"/>
              <a:t>Is Any research paper planned? If yes, then the potential journal’s/ conference’s name.</a:t>
            </a:r>
          </a:p>
          <a:p>
            <a:pPr algn="just" eaLnBrk="1" fontAlgn="auto" hangingPunct="1">
              <a:spcAft>
                <a:spcPts val="0"/>
              </a:spcAft>
              <a:defRPr/>
            </a:pPr>
            <a:endParaRPr lang="en-IN" dirty="0"/>
          </a:p>
        </p:txBody>
      </p:sp>
      <p:sp>
        <p:nvSpPr>
          <p:cNvPr id="4" name="Slide Number Placeholder 3">
            <a:extLst>
              <a:ext uri="{FF2B5EF4-FFF2-40B4-BE49-F238E27FC236}">
                <a16:creationId xmlns:a16="http://schemas.microsoft.com/office/drawing/2014/main" id="{8CB22105-BDD4-EED5-8D2C-9A137C8999F9}"/>
              </a:ext>
            </a:extLst>
          </p:cNvPr>
          <p:cNvSpPr>
            <a:spLocks noGrp="1"/>
          </p:cNvSpPr>
          <p:nvPr>
            <p:ph type="sldNum" sz="quarter" idx="12"/>
          </p:nvPr>
        </p:nvSpPr>
        <p:spPr/>
        <p:txBody>
          <a:bodyPr/>
          <a:lstStyle/>
          <a:p>
            <a:pPr>
              <a:defRPr/>
            </a:pPr>
            <a:fld id="{9EDECF8D-E003-46F0-9BBD-417388E614D9}" type="slidenum">
              <a:rPr lang="en-IN"/>
              <a:pPr>
                <a:defRPr/>
              </a:pPr>
              <a:t>7</a:t>
            </a:fld>
            <a:endParaRPr lang="en-IN"/>
          </a:p>
        </p:txBody>
      </p:sp>
      <p:pic>
        <p:nvPicPr>
          <p:cNvPr id="9221" name="Picture 2">
            <a:extLst>
              <a:ext uri="{FF2B5EF4-FFF2-40B4-BE49-F238E27FC236}">
                <a16:creationId xmlns:a16="http://schemas.microsoft.com/office/drawing/2014/main" id="{0B6B6261-9C99-CD87-D28F-86E530138C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8363DD0-83CF-1A55-5AD5-C1C0102B37AF}"/>
              </a:ext>
            </a:extLst>
          </p:cNvPr>
          <p:cNvSpPr>
            <a:spLocks noGrp="1" noChangeArrowheads="1"/>
          </p:cNvSpPr>
          <p:nvPr>
            <p:ph type="title"/>
          </p:nvPr>
        </p:nvSpPr>
        <p:spPr>
          <a:xfrm>
            <a:off x="1038225" y="365125"/>
            <a:ext cx="10515600" cy="1325563"/>
          </a:xfrm>
        </p:spPr>
        <p:txBody>
          <a:bodyPr/>
          <a:lstStyle/>
          <a:p>
            <a:pPr eaLnBrk="1" hangingPunct="1"/>
            <a:r>
              <a:rPr lang="en-IN" altLang="en-US" b="1" dirty="0"/>
              <a:t>Expected Outputs/Outcomes of the work </a:t>
            </a:r>
          </a:p>
        </p:txBody>
      </p:sp>
      <p:sp>
        <p:nvSpPr>
          <p:cNvPr id="3" name="Content Placeholder 2">
            <a:extLst>
              <a:ext uri="{FF2B5EF4-FFF2-40B4-BE49-F238E27FC236}">
                <a16:creationId xmlns:a16="http://schemas.microsoft.com/office/drawing/2014/main" id="{A819AAD8-B6DA-D46A-6557-BC767AC930D7}"/>
              </a:ext>
            </a:extLst>
          </p:cNvPr>
          <p:cNvSpPr>
            <a:spLocks noGrp="1"/>
          </p:cNvSpPr>
          <p:nvPr>
            <p:ph idx="1"/>
          </p:nvPr>
        </p:nvSpPr>
        <p:spPr>
          <a:xfrm>
            <a:off x="649288" y="1489075"/>
            <a:ext cx="10898187" cy="5232400"/>
          </a:xfrm>
        </p:spPr>
        <p:txBody>
          <a:bodyPr rtlCol="0">
            <a:normAutofit/>
          </a:bodyPr>
          <a:lstStyle/>
          <a:p>
            <a:pPr algn="just" eaLnBrk="1" fontAlgn="auto" hangingPunct="1">
              <a:spcAft>
                <a:spcPts val="0"/>
              </a:spcAft>
              <a:defRPr/>
            </a:pPr>
            <a:r>
              <a:rPr lang="en-IN" dirty="0"/>
              <a:t>Only </a:t>
            </a:r>
            <a:r>
              <a:rPr lang="en-IN" b="1" u="sng" dirty="0"/>
              <a:t>1-slide</a:t>
            </a:r>
          </a:p>
          <a:p>
            <a:pPr algn="just" eaLnBrk="1" fontAlgn="auto" hangingPunct="1">
              <a:spcAft>
                <a:spcPts val="0"/>
              </a:spcAft>
              <a:defRPr/>
            </a:pPr>
            <a:endParaRPr lang="en-IN" dirty="0"/>
          </a:p>
          <a:p>
            <a:pPr marL="0" indent="0" algn="just" eaLnBrk="1" fontAlgn="auto" hangingPunct="1">
              <a:spcAft>
                <a:spcPts val="0"/>
              </a:spcAft>
              <a:buFont typeface="Arial" panose="020B0604020202020204" pitchFamily="34" charset="0"/>
              <a:buNone/>
              <a:defRPr/>
            </a:pPr>
            <a:r>
              <a:rPr lang="en-IN" b="1" dirty="0"/>
              <a:t>Expectations</a:t>
            </a:r>
            <a:r>
              <a:rPr lang="en-IN" dirty="0"/>
              <a:t>:</a:t>
            </a:r>
          </a:p>
          <a:p>
            <a:pPr marL="514350" indent="-514350" algn="just" eaLnBrk="1" fontAlgn="auto" hangingPunct="1">
              <a:spcAft>
                <a:spcPts val="0"/>
              </a:spcAft>
              <a:buFont typeface="+mj-lt"/>
              <a:buAutoNum type="arabicParenR"/>
              <a:defRPr/>
            </a:pPr>
            <a:r>
              <a:rPr lang="en-US" dirty="0"/>
              <a:t>Expected outcomes of the research or project, such as new knowledge gained / new products or services developed / improvements in existing systems or processes / social impact.</a:t>
            </a:r>
          </a:p>
          <a:p>
            <a:pPr marL="514350" indent="-514350" algn="just" eaLnBrk="1" fontAlgn="auto" hangingPunct="1">
              <a:spcAft>
                <a:spcPts val="0"/>
              </a:spcAft>
              <a:buFont typeface="+mj-lt"/>
              <a:buAutoNum type="arabicParenR"/>
              <a:defRPr/>
            </a:pPr>
            <a:endParaRPr lang="en-IN" dirty="0"/>
          </a:p>
        </p:txBody>
      </p:sp>
      <p:sp>
        <p:nvSpPr>
          <p:cNvPr id="4" name="Slide Number Placeholder 3">
            <a:extLst>
              <a:ext uri="{FF2B5EF4-FFF2-40B4-BE49-F238E27FC236}">
                <a16:creationId xmlns:a16="http://schemas.microsoft.com/office/drawing/2014/main" id="{A98A5175-D558-2ABD-02B8-4B8738BAEF8B}"/>
              </a:ext>
            </a:extLst>
          </p:cNvPr>
          <p:cNvSpPr>
            <a:spLocks noGrp="1"/>
          </p:cNvSpPr>
          <p:nvPr>
            <p:ph type="sldNum" sz="quarter" idx="12"/>
          </p:nvPr>
        </p:nvSpPr>
        <p:spPr/>
        <p:txBody>
          <a:bodyPr/>
          <a:lstStyle/>
          <a:p>
            <a:pPr>
              <a:defRPr/>
            </a:pPr>
            <a:fld id="{338117B9-3BE6-4CE2-AE03-4A1610F3DCDA}" type="slidenum">
              <a:rPr lang="en-IN"/>
              <a:pPr>
                <a:defRPr/>
              </a:pPr>
              <a:t>8</a:t>
            </a:fld>
            <a:endParaRPr lang="en-IN"/>
          </a:p>
        </p:txBody>
      </p:sp>
      <p:pic>
        <p:nvPicPr>
          <p:cNvPr id="10245" name="Picture 2">
            <a:extLst>
              <a:ext uri="{FF2B5EF4-FFF2-40B4-BE49-F238E27FC236}">
                <a16:creationId xmlns:a16="http://schemas.microsoft.com/office/drawing/2014/main" id="{FF0A33F4-A5B4-C6B8-9410-B8121F92D87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19E19514-3778-9257-6872-02F0B31ED778}"/>
              </a:ext>
            </a:extLst>
          </p:cNvPr>
          <p:cNvSpPr>
            <a:spLocks noGrp="1" noChangeArrowheads="1"/>
          </p:cNvSpPr>
          <p:nvPr>
            <p:ph type="title"/>
          </p:nvPr>
        </p:nvSpPr>
        <p:spPr>
          <a:xfrm>
            <a:off x="838200" y="136525"/>
            <a:ext cx="10515600" cy="925513"/>
          </a:xfrm>
        </p:spPr>
        <p:txBody>
          <a:bodyPr/>
          <a:lstStyle/>
          <a:p>
            <a:pPr eaLnBrk="1" hangingPunct="1"/>
            <a:r>
              <a:rPr lang="en-IN" altLang="en-US" sz="3500" b="1"/>
              <a:t>References</a:t>
            </a:r>
          </a:p>
        </p:txBody>
      </p:sp>
      <p:sp>
        <p:nvSpPr>
          <p:cNvPr id="11267" name="Content Placeholder 2">
            <a:extLst>
              <a:ext uri="{FF2B5EF4-FFF2-40B4-BE49-F238E27FC236}">
                <a16:creationId xmlns:a16="http://schemas.microsoft.com/office/drawing/2014/main" id="{0CCEFF86-53CB-0ED3-F02C-F6D1A3882B45}"/>
              </a:ext>
            </a:extLst>
          </p:cNvPr>
          <p:cNvSpPr>
            <a:spLocks noGrp="1" noChangeArrowheads="1"/>
          </p:cNvSpPr>
          <p:nvPr>
            <p:ph idx="1"/>
          </p:nvPr>
        </p:nvSpPr>
        <p:spPr>
          <a:xfrm>
            <a:off x="1031875" y="1062038"/>
            <a:ext cx="10515600" cy="4070350"/>
          </a:xfrm>
        </p:spPr>
        <p:txBody>
          <a:bodyPr/>
          <a:lstStyle/>
          <a:p>
            <a:pPr marL="0" indent="0" algn="just" eaLnBrk="1" hangingPunct="1">
              <a:buFont typeface="Arial" panose="020B0604020202020204" pitchFamily="34" charset="0"/>
              <a:buNone/>
            </a:pPr>
            <a:r>
              <a:rPr lang="en-IN" altLang="en-US" sz="1500"/>
              <a:t>Format should be of IEEE Style, Font: 15/18 pts. Numbered as per the format below.</a:t>
            </a:r>
          </a:p>
          <a:p>
            <a:pPr marL="0" indent="0" algn="just" eaLnBrk="1" hangingPunct="1">
              <a:buFont typeface="Arial" panose="020B0604020202020204" pitchFamily="34" charset="0"/>
              <a:buNone/>
            </a:pPr>
            <a:r>
              <a:rPr lang="en-IN" altLang="en-US" sz="1500"/>
              <a:t>Here's an example of how to format a reference in IEEE style:</a:t>
            </a:r>
          </a:p>
          <a:p>
            <a:pPr marL="0" indent="0" algn="just" eaLnBrk="1" hangingPunct="1">
              <a:buFont typeface="Arial" panose="020B0604020202020204" pitchFamily="34" charset="0"/>
              <a:buNone/>
            </a:pPr>
            <a:r>
              <a:rPr lang="en-IN" altLang="en-US" sz="1500" b="1"/>
              <a:t>Book</a:t>
            </a:r>
            <a:r>
              <a:rPr lang="en-IN" altLang="en-US" sz="1500"/>
              <a:t>:</a:t>
            </a:r>
          </a:p>
          <a:p>
            <a:pPr marL="0" indent="0" algn="just" eaLnBrk="1" hangingPunct="1">
              <a:buFont typeface="Arial" panose="020B0604020202020204" pitchFamily="34" charset="0"/>
              <a:buNone/>
            </a:pPr>
            <a:r>
              <a:rPr lang="en-IN" altLang="en-US" sz="1500"/>
              <a:t>[1] A. V. Oppenheim and R. W. Schafer, Discrete-time signal processing, 3rd ed. Upper Saddle River, NJ: Prentice-Hall, 2010.</a:t>
            </a:r>
          </a:p>
          <a:p>
            <a:pPr marL="0" indent="0" algn="just" eaLnBrk="1" hangingPunct="1">
              <a:buFont typeface="Arial" panose="020B0604020202020204" pitchFamily="34" charset="0"/>
              <a:buNone/>
            </a:pPr>
            <a:r>
              <a:rPr lang="en-IN" altLang="en-US" sz="1500" b="1"/>
              <a:t>Journal article</a:t>
            </a:r>
            <a:r>
              <a:rPr lang="en-IN" altLang="en-US" sz="1500"/>
              <a:t>:</a:t>
            </a:r>
          </a:p>
          <a:p>
            <a:pPr marL="0" indent="0" algn="just" eaLnBrk="1" hangingPunct="1">
              <a:buFont typeface="Arial" panose="020B0604020202020204" pitchFamily="34" charset="0"/>
              <a:buNone/>
            </a:pPr>
            <a:r>
              <a:rPr lang="en-IN" altLang="en-US" sz="1500"/>
              <a:t>[2] A. Smith, “An algorithm for linearly constrained adaptive beamforming,” IEEE Trans. Antennas Propag., vol. 46, no. 2, pp. 212-221, Feb. 1998.</a:t>
            </a:r>
          </a:p>
          <a:p>
            <a:pPr marL="0" indent="0" algn="just" eaLnBrk="1" hangingPunct="1">
              <a:buFont typeface="Arial" panose="020B0604020202020204" pitchFamily="34" charset="0"/>
              <a:buNone/>
            </a:pPr>
            <a:r>
              <a:rPr lang="en-IN" altLang="en-US" sz="1500" b="1"/>
              <a:t>Conference paper</a:t>
            </a:r>
            <a:r>
              <a:rPr lang="en-IN" altLang="en-US" sz="1500"/>
              <a:t>:</a:t>
            </a:r>
          </a:p>
          <a:p>
            <a:pPr marL="0" indent="0" algn="just" eaLnBrk="1" hangingPunct="1">
              <a:buFont typeface="Arial" panose="020B0604020202020204" pitchFamily="34" charset="0"/>
              <a:buNone/>
            </a:pPr>
            <a:r>
              <a:rPr lang="en-IN" altLang="en-US" sz="1500"/>
              <a:t>[3] M. K. Al-Qutayri and K. N. Salama, “High-performance mixed-signal SoC design using deep submicron technology,” in Proc. IEEE Int. Symp. Circuits and Systems, Geneva, Switzerland, May 2000, vol. 4, pp. 321-324.</a:t>
            </a:r>
          </a:p>
          <a:p>
            <a:pPr marL="0" indent="0" algn="just" eaLnBrk="1" hangingPunct="1">
              <a:buFont typeface="Arial" panose="020B0604020202020204" pitchFamily="34" charset="0"/>
              <a:buNone/>
            </a:pPr>
            <a:r>
              <a:rPr lang="en-IN" altLang="en-US" sz="1500" b="1"/>
              <a:t>Website</a:t>
            </a:r>
            <a:r>
              <a:rPr lang="en-IN" altLang="en-US" sz="1500"/>
              <a:t>:</a:t>
            </a:r>
          </a:p>
          <a:p>
            <a:pPr marL="0" indent="0" algn="just" eaLnBrk="1" hangingPunct="1">
              <a:buFont typeface="Arial" panose="020B0604020202020204" pitchFamily="34" charset="0"/>
              <a:buNone/>
            </a:pPr>
            <a:r>
              <a:rPr lang="en-IN" altLang="en-US" sz="1500"/>
              <a:t>[4] IEEE Standards Association, “IEEE 802 LAN/MAN Standards Committee,” [Online]. Available: https://standards.ieee.org/committee/802/ (accessed on Feb. 20, 2023).</a:t>
            </a:r>
          </a:p>
        </p:txBody>
      </p:sp>
      <p:sp>
        <p:nvSpPr>
          <p:cNvPr id="4" name="Slide Number Placeholder 3">
            <a:extLst>
              <a:ext uri="{FF2B5EF4-FFF2-40B4-BE49-F238E27FC236}">
                <a16:creationId xmlns:a16="http://schemas.microsoft.com/office/drawing/2014/main" id="{E5E3A610-E8BA-0A9B-046C-9228150F2EEF}"/>
              </a:ext>
            </a:extLst>
          </p:cNvPr>
          <p:cNvSpPr>
            <a:spLocks noGrp="1"/>
          </p:cNvSpPr>
          <p:nvPr>
            <p:ph type="sldNum" sz="quarter" idx="12"/>
          </p:nvPr>
        </p:nvSpPr>
        <p:spPr/>
        <p:txBody>
          <a:bodyPr/>
          <a:lstStyle/>
          <a:p>
            <a:pPr>
              <a:defRPr/>
            </a:pPr>
            <a:fld id="{0DFF90B5-751B-4A65-8080-0AA5BA28E66B}" type="slidenum">
              <a:rPr lang="en-IN"/>
              <a:pPr>
                <a:defRPr/>
              </a:pPr>
              <a:t>9</a:t>
            </a:fld>
            <a:endParaRPr lang="en-IN"/>
          </a:p>
        </p:txBody>
      </p:sp>
      <p:pic>
        <p:nvPicPr>
          <p:cNvPr id="11269" name="Picture 2">
            <a:extLst>
              <a:ext uri="{FF2B5EF4-FFF2-40B4-BE49-F238E27FC236}">
                <a16:creationId xmlns:a16="http://schemas.microsoft.com/office/drawing/2014/main" id="{E32D4C3E-6670-1A77-EF5D-FF1FE407E6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31525" y="-9525"/>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8">
            <a:extLst>
              <a:ext uri="{FF2B5EF4-FFF2-40B4-BE49-F238E27FC236}">
                <a16:creationId xmlns:a16="http://schemas.microsoft.com/office/drawing/2014/main" id="{DECE48EC-866B-AE12-A9EB-7EF7561EF255}"/>
              </a:ext>
            </a:extLst>
          </p:cNvPr>
          <p:cNvSpPr txBox="1">
            <a:spLocks noChangeArrowheads="1"/>
          </p:cNvSpPr>
          <p:nvPr/>
        </p:nvSpPr>
        <p:spPr bwMode="auto">
          <a:xfrm>
            <a:off x="838200" y="5262563"/>
            <a:ext cx="10704513"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1800" i="1"/>
              <a:t>Note that in IEEE style, references are numbered and listed in the order they appear in the text. The author's name comes first, followed by the title of the article, book, or conference paper. For journal articles and conference papers, the title of the publication is also included, along with the volume and issue number (if applicable), the page numbers, and the date. For websites, the URL and date accessed are included.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42A7E62-772A-AF4C-8D43-3EF50679DBB9}"/>
              </a:ext>
            </a:extLst>
          </p:cNvPr>
          <p:cNvSpPr>
            <a:spLocks noGrp="1" noChangeArrowheads="1"/>
          </p:cNvSpPr>
          <p:nvPr>
            <p:ph type="ctrTitle"/>
          </p:nvPr>
        </p:nvSpPr>
        <p:spPr/>
        <p:txBody>
          <a:bodyPr/>
          <a:lstStyle/>
          <a:p>
            <a:pPr eaLnBrk="1" hangingPunct="1"/>
            <a:r>
              <a:rPr lang="en-IN" altLang="en-US"/>
              <a:t>Thank You.</a:t>
            </a:r>
          </a:p>
        </p:txBody>
      </p:sp>
      <p:sp>
        <p:nvSpPr>
          <p:cNvPr id="4" name="Slide Number Placeholder 3">
            <a:extLst>
              <a:ext uri="{FF2B5EF4-FFF2-40B4-BE49-F238E27FC236}">
                <a16:creationId xmlns:a16="http://schemas.microsoft.com/office/drawing/2014/main" id="{2F9CD81B-ABD7-0BD5-8D84-0059790A8EA5}"/>
              </a:ext>
            </a:extLst>
          </p:cNvPr>
          <p:cNvSpPr>
            <a:spLocks noGrp="1"/>
          </p:cNvSpPr>
          <p:nvPr>
            <p:ph type="sldNum" sz="quarter" idx="12"/>
          </p:nvPr>
        </p:nvSpPr>
        <p:spPr/>
        <p:txBody>
          <a:bodyPr/>
          <a:lstStyle/>
          <a:p>
            <a:pPr>
              <a:defRPr/>
            </a:pPr>
            <a:fld id="{16F7A4CE-19F2-40B4-B74F-7893BB9B3D6C}" type="slidenum">
              <a:rPr lang="en-IN"/>
              <a:pPr>
                <a:defRPr/>
              </a:pPr>
              <a:t>10</a:t>
            </a:fld>
            <a:endParaRPr lang="en-IN"/>
          </a:p>
        </p:txBody>
      </p:sp>
      <p:graphicFrame>
        <p:nvGraphicFramePr>
          <p:cNvPr id="7" name="Table 4">
            <a:extLst>
              <a:ext uri="{FF2B5EF4-FFF2-40B4-BE49-F238E27FC236}">
                <a16:creationId xmlns:a16="http://schemas.microsoft.com/office/drawing/2014/main" id="{49BB587F-B3A9-F306-B57F-5F5D88DBADAF}"/>
              </a:ext>
            </a:extLst>
          </p:cNvPr>
          <p:cNvGraphicFramePr>
            <a:graphicFrameLocks noGrp="1"/>
          </p:cNvGraphicFramePr>
          <p:nvPr/>
        </p:nvGraphicFramePr>
        <p:xfrm>
          <a:off x="3278188" y="3716338"/>
          <a:ext cx="5635625" cy="1854200"/>
        </p:xfrm>
        <a:graphic>
          <a:graphicData uri="http://schemas.openxmlformats.org/drawingml/2006/table">
            <a:tbl>
              <a:tblPr firstRow="1" bandRow="1">
                <a:tableStyleId>{2D5ABB26-0587-4C30-8999-92F81FD0307C}</a:tableStyleId>
              </a:tblPr>
              <a:tblGrid>
                <a:gridCol w="1566841">
                  <a:extLst>
                    <a:ext uri="{9D8B030D-6E8A-4147-A177-3AD203B41FA5}">
                      <a16:colId xmlns:a16="http://schemas.microsoft.com/office/drawing/2014/main" val="20000"/>
                    </a:ext>
                  </a:extLst>
                </a:gridCol>
                <a:gridCol w="4068784">
                  <a:extLst>
                    <a:ext uri="{9D8B030D-6E8A-4147-A177-3AD203B41FA5}">
                      <a16:colId xmlns:a16="http://schemas.microsoft.com/office/drawing/2014/main" val="20001"/>
                    </a:ext>
                  </a:extLst>
                </a:gridCol>
              </a:tblGrid>
              <a:tr h="370840">
                <a:tc>
                  <a:txBody>
                    <a:bodyPr/>
                    <a:lstStyle/>
                    <a:p>
                      <a:r>
                        <a:rPr lang="en-IN" dirty="0"/>
                        <a:t>&lt;ROLL NO.&gt;</a:t>
                      </a:r>
                    </a:p>
                  </a:txBody>
                  <a:tcPr marL="91415" marR="91415"/>
                </a:tc>
                <a:tc>
                  <a:txBody>
                    <a:bodyPr/>
                    <a:lstStyle/>
                    <a:p>
                      <a:r>
                        <a:rPr lang="en-IN" dirty="0"/>
                        <a:t>&lt;FULL NAME IN BLOCK LETTERS&gt;</a:t>
                      </a:r>
                    </a:p>
                  </a:txBody>
                  <a:tcPr marL="91415" marR="91415"/>
                </a:tc>
                <a:extLst>
                  <a:ext uri="{0D108BD9-81ED-4DB2-BD59-A6C34878D82A}">
                    <a16:rowId xmlns:a16="http://schemas.microsoft.com/office/drawing/2014/main" val="10000"/>
                  </a:ext>
                </a:extLst>
              </a:tr>
              <a:tr h="370840">
                <a:tc>
                  <a:txBody>
                    <a:bodyPr/>
                    <a:lstStyle/>
                    <a:p>
                      <a:r>
                        <a:rPr lang="en-IN" dirty="0"/>
                        <a:t>&lt;ROLL NO.&gt;</a:t>
                      </a:r>
                    </a:p>
                  </a:txBody>
                  <a:tcPr marL="91415" marR="91415"/>
                </a:tc>
                <a:tc>
                  <a:txBody>
                    <a:bodyPr/>
                    <a:lstStyle/>
                    <a:p>
                      <a:r>
                        <a:rPr lang="en-IN" dirty="0"/>
                        <a:t>&lt;FULL NAME IN BLOCK LETTERS&gt;</a:t>
                      </a:r>
                    </a:p>
                  </a:txBody>
                  <a:tcPr marL="91415" marR="91415"/>
                </a:tc>
                <a:extLst>
                  <a:ext uri="{0D108BD9-81ED-4DB2-BD59-A6C34878D82A}">
                    <a16:rowId xmlns:a16="http://schemas.microsoft.com/office/drawing/2014/main" val="10001"/>
                  </a:ext>
                </a:extLst>
              </a:tr>
              <a:tr h="370840">
                <a:tc>
                  <a:txBody>
                    <a:bodyPr/>
                    <a:lstStyle/>
                    <a:p>
                      <a:r>
                        <a:rPr lang="en-IN" dirty="0"/>
                        <a:t>&lt;ROLL NO.&gt;</a:t>
                      </a:r>
                    </a:p>
                  </a:txBody>
                  <a:tcPr marL="91415" marR="91415"/>
                </a:tc>
                <a:tc>
                  <a:txBody>
                    <a:bodyPr/>
                    <a:lstStyle/>
                    <a:p>
                      <a:r>
                        <a:rPr lang="en-IN" dirty="0"/>
                        <a:t>&lt;FULL NAME IN BLOCK LETTERS&gt;</a:t>
                      </a:r>
                    </a:p>
                  </a:txBody>
                  <a:tcPr marL="91415" marR="91415"/>
                </a:tc>
                <a:extLst>
                  <a:ext uri="{0D108BD9-81ED-4DB2-BD59-A6C34878D82A}">
                    <a16:rowId xmlns:a16="http://schemas.microsoft.com/office/drawing/2014/main" val="10002"/>
                  </a:ext>
                </a:extLst>
              </a:tr>
              <a:tr h="370840">
                <a:tc>
                  <a:txBody>
                    <a:bodyPr/>
                    <a:lstStyle/>
                    <a:p>
                      <a:r>
                        <a:rPr lang="en-IN" dirty="0"/>
                        <a:t>&lt;ROLL NO.&gt;</a:t>
                      </a:r>
                    </a:p>
                  </a:txBody>
                  <a:tcPr marL="91415" marR="91415"/>
                </a:tc>
                <a:tc>
                  <a:txBody>
                    <a:bodyPr/>
                    <a:lstStyle/>
                    <a:p>
                      <a:r>
                        <a:rPr lang="en-IN" dirty="0"/>
                        <a:t>&lt;FULL NAME IN BLOCK LETTERS&gt;</a:t>
                      </a:r>
                    </a:p>
                  </a:txBody>
                  <a:tcPr marL="91415" marR="91415"/>
                </a:tc>
                <a:extLst>
                  <a:ext uri="{0D108BD9-81ED-4DB2-BD59-A6C34878D82A}">
                    <a16:rowId xmlns:a16="http://schemas.microsoft.com/office/drawing/2014/main" val="10003"/>
                  </a:ext>
                </a:extLst>
              </a:tr>
              <a:tr h="370840">
                <a:tc>
                  <a:txBody>
                    <a:bodyPr/>
                    <a:lstStyle/>
                    <a:p>
                      <a:endParaRPr lang="en-IN"/>
                    </a:p>
                  </a:txBody>
                  <a:tcPr marL="91415" marR="91415"/>
                </a:tc>
                <a:tc>
                  <a:txBody>
                    <a:bodyPr/>
                    <a:lstStyle/>
                    <a:p>
                      <a:endParaRPr lang="en-IN" dirty="0"/>
                    </a:p>
                  </a:txBody>
                  <a:tcPr marL="91415" marR="91415"/>
                </a:tc>
                <a:extLst>
                  <a:ext uri="{0D108BD9-81ED-4DB2-BD59-A6C34878D82A}">
                    <a16:rowId xmlns:a16="http://schemas.microsoft.com/office/drawing/2014/main" val="10004"/>
                  </a:ext>
                </a:extLst>
              </a:tr>
            </a:tbl>
          </a:graphicData>
        </a:graphic>
      </p:graphicFrame>
      <p:pic>
        <p:nvPicPr>
          <p:cNvPr id="12303" name="Picture 2">
            <a:extLst>
              <a:ext uri="{FF2B5EF4-FFF2-40B4-BE49-F238E27FC236}">
                <a16:creationId xmlns:a16="http://schemas.microsoft.com/office/drawing/2014/main" id="{207B9BE4-CB7E-9B0A-F766-3A3666C366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3700" y="293688"/>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4" name="Subtitle 2">
            <a:extLst>
              <a:ext uri="{FF2B5EF4-FFF2-40B4-BE49-F238E27FC236}">
                <a16:creationId xmlns:a16="http://schemas.microsoft.com/office/drawing/2014/main" id="{81EC2D11-A6FF-19C5-9C04-1585C12F2CBA}"/>
              </a:ext>
            </a:extLst>
          </p:cNvPr>
          <p:cNvSpPr txBox="1">
            <a:spLocks/>
          </p:cNvSpPr>
          <p:nvPr/>
        </p:nvSpPr>
        <p:spPr bwMode="auto">
          <a:xfrm>
            <a:off x="1524000" y="6308725"/>
            <a:ext cx="86963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en-US" altLang="en-US" sz="1200" b="1">
                <a:solidFill>
                  <a:srgbClr val="000000"/>
                </a:solidFill>
              </a:rPr>
              <a:t>Mid Term Review</a:t>
            </a:r>
          </a:p>
          <a:p>
            <a:pPr algn="ctr" eaLnBrk="1" hangingPunct="1">
              <a:lnSpc>
                <a:spcPct val="100000"/>
              </a:lnSpc>
              <a:spcBef>
                <a:spcPct val="0"/>
              </a:spcBef>
              <a:buFont typeface="Arial" panose="020B0604020202020204" pitchFamily="34" charset="0"/>
              <a:buNone/>
            </a:pPr>
            <a:r>
              <a:rPr lang="en-US" altLang="en-US" sz="1200" b="1">
                <a:solidFill>
                  <a:srgbClr val="000000"/>
                </a:solidFill>
              </a:rPr>
              <a:t> EEEEC23 B. Tech Project - II</a:t>
            </a:r>
            <a:endParaRPr lang="en-IN" altLang="en-US" sz="1200" b="1">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Sample  -  Compatibility Mode" id="{76ACA8EF-BF98-42E6-95F2-7C5AA9F47A7D}" vid="{1445A529-EDB0-4C16-838D-8C07F5557E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 Sample</Template>
  <TotalTime>4</TotalTime>
  <Words>856</Words>
  <Application>Microsoft Office PowerPoint</Application>
  <PresentationFormat>Widescreen</PresentationFormat>
  <Paragraphs>93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Arial</vt:lpstr>
      <vt:lpstr>Calibri Light</vt:lpstr>
      <vt:lpstr>Office Theme</vt:lpstr>
      <vt:lpstr>&lt;ADD PROJECT TITLE HERE&gt;</vt:lpstr>
      <vt:lpstr>Contents</vt:lpstr>
      <vt:lpstr>Introduction</vt:lpstr>
      <vt:lpstr>Literature Survey</vt:lpstr>
      <vt:lpstr>Gaps Identified</vt:lpstr>
      <vt:lpstr>Aims/Objectives of the Project</vt:lpstr>
      <vt:lpstr>Future work to be done</vt:lpstr>
      <vt:lpstr>Expected Outputs/Outcomes of the work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&lt;ADD PROJECT TITLE HERE&gt;</dc:title>
  <dc:creator>cc0492</dc:creator>
  <cp:lastModifiedBy>cc0492</cp:lastModifiedBy>
  <cp:revision>2</cp:revision>
  <dcterms:created xsi:type="dcterms:W3CDTF">2023-03-16T05:05:38Z</dcterms:created>
  <dcterms:modified xsi:type="dcterms:W3CDTF">2023-03-16T05:10:16Z</dcterms:modified>
</cp:coreProperties>
</file>